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sb/Desktop/Uni/alte%20uni/data%20literacy/data_Tode_201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Tabelle2!$B$3:$B$4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Tabelle2!$A$5:$A$86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Tabelle2!$B$5:$B$86</c:f>
              <c:numCache>
                <c:formatCode>General</c:formatCode>
                <c:ptCount val="81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362</c:v>
                </c:pt>
                <c:pt idx="4">
                  <c:v>134</c:v>
                </c:pt>
                <c:pt idx="5">
                  <c:v>29</c:v>
                </c:pt>
                <c:pt idx="6">
                  <c:v>0</c:v>
                </c:pt>
                <c:pt idx="7">
                  <c:v>45</c:v>
                </c:pt>
                <c:pt idx="8">
                  <c:v>668</c:v>
                </c:pt>
                <c:pt idx="9">
                  <c:v>14</c:v>
                </c:pt>
                <c:pt idx="10">
                  <c:v>1</c:v>
                </c:pt>
                <c:pt idx="11">
                  <c:v>2</c:v>
                </c:pt>
                <c:pt idx="12">
                  <c:v>0</c:v>
                </c:pt>
                <c:pt idx="13">
                  <c:v>1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0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0</c:v>
                </c:pt>
                <c:pt idx="29">
                  <c:v>15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18</c:v>
                </c:pt>
                <c:pt idx="37">
                  <c:v>3</c:v>
                </c:pt>
                <c:pt idx="38">
                  <c:v>3</c:v>
                </c:pt>
                <c:pt idx="39">
                  <c:v>1</c:v>
                </c:pt>
                <c:pt idx="40">
                  <c:v>2</c:v>
                </c:pt>
                <c:pt idx="41">
                  <c:v>1</c:v>
                </c:pt>
                <c:pt idx="42">
                  <c:v>1</c:v>
                </c:pt>
                <c:pt idx="43">
                  <c:v>0</c:v>
                </c:pt>
                <c:pt idx="44">
                  <c:v>1</c:v>
                </c:pt>
                <c:pt idx="45">
                  <c:v>1</c:v>
                </c:pt>
                <c:pt idx="46">
                  <c:v>35</c:v>
                </c:pt>
                <c:pt idx="47">
                  <c:v>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18</c:v>
                </c:pt>
                <c:pt idx="52">
                  <c:v>8</c:v>
                </c:pt>
                <c:pt idx="53">
                  <c:v>21</c:v>
                </c:pt>
                <c:pt idx="54">
                  <c:v>0</c:v>
                </c:pt>
                <c:pt idx="55">
                  <c:v>5</c:v>
                </c:pt>
                <c:pt idx="56">
                  <c:v>2</c:v>
                </c:pt>
                <c:pt idx="57">
                  <c:v>0</c:v>
                </c:pt>
                <c:pt idx="58">
                  <c:v>2</c:v>
                </c:pt>
                <c:pt idx="59">
                  <c:v>2</c:v>
                </c:pt>
                <c:pt idx="60">
                  <c:v>19</c:v>
                </c:pt>
                <c:pt idx="61">
                  <c:v>94</c:v>
                </c:pt>
                <c:pt idx="62">
                  <c:v>9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38</c:v>
                </c:pt>
                <c:pt idx="69">
                  <c:v>12</c:v>
                </c:pt>
                <c:pt idx="70">
                  <c:v>2</c:v>
                </c:pt>
                <c:pt idx="71">
                  <c:v>2</c:v>
                </c:pt>
                <c:pt idx="72">
                  <c:v>133</c:v>
                </c:pt>
                <c:pt idx="73">
                  <c:v>14</c:v>
                </c:pt>
                <c:pt idx="74">
                  <c:v>2</c:v>
                </c:pt>
                <c:pt idx="75">
                  <c:v>0</c:v>
                </c:pt>
                <c:pt idx="76">
                  <c:v>0</c:v>
                </c:pt>
                <c:pt idx="77">
                  <c:v>28</c:v>
                </c:pt>
                <c:pt idx="78">
                  <c:v>0</c:v>
                </c:pt>
                <c:pt idx="79">
                  <c:v>0</c:v>
                </c:pt>
                <c:pt idx="8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