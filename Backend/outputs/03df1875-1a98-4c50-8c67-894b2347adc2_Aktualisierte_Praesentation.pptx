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wmf" ContentType="image/x-wmf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handoutMasters/handoutMaster1.xml" ContentType="application/vnd.openxmlformats-officedocument.presentationml.handoutMaster+xml"/>
  <Override PartName="/ppt/media/image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2"/>
    <p:sldId id="323" r:id="rId3"/>
    <p:sldId id="324" r:id="rId10"/>
    <p:sldId id="325" r:id="rId11"/>
    <p:sldId id="326" r:id="rId12"/>
    <p:sldId id="327" r:id="rId13"/>
    <p:sldId id="328" r:id="rId14"/>
  </p:sldIdLst>
  <p:sldSz cx="12192000" cy="6858000"/>
  <p:notesSz cx="6797675" cy="9928225"/>
  <p:defaultTextStyle>
    <a:defPPr>
      <a:defRPr lang="de-DE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73A0DAA-6AF3-43AB-8588-CEC1D06C72B9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Helle Formatvorlage 2 - Akz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2833802-FEF1-4C79-8D5D-14CF1EAF98D9}" styleName="Helle Formatvorlage 2 - Akz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793D81CF-94F2-401A-BA57-92F5A7B2D0C5}" styleName="Mittlere Formatvorlag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16DA210-FB5B-4158-B5E0-FEB733F419BA}" styleName="Helle Formatvorlag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2DE63D5-997A-4646-A377-4702673A728D}" styleName="Helle Formatvorlage 2 - Akz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A111915-BE36-4E01-A7E5-04B1672EAD32}" styleName="Helle Formatvorlage 2 - Akz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Helle Formatvorlage 2 - Akz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D7AC3CCA-C797-4891-BE02-D94E43425B78}" styleName="Mittlere Formatvorlag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Mittlere Formatvorlage 2 - Akz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115" autoAdjust="0"/>
    <p:restoredTop sz="94628" autoAdjust="0"/>
  </p:normalViewPr>
  <p:slideViewPr>
    <p:cSldViewPr snapToGrid="0" snapToObjects="1">
      <p:cViewPr varScale="1">
        <p:scale>
          <a:sx n="160" d="100"/>
          <a:sy n="160" d="100"/>
        </p:scale>
        <p:origin x="200" y="1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handoutMaster" Target="handoutMasters/handout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[data_Tode_2011.xlsx]Tabelle2!PivotTable3</c:name>
    <c:fmtId val="3"/>
  </c:pivotSource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de-DE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de-DE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de-DE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de-DE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2017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Sheet1!$A$2:$A$82</c:f>
              <c:strCache>
                <c:ptCount val="81"/>
                <c:pt idx="0">
                  <c:v>Akuter oder rezidivierender Myokardinfarkt</c:v>
                </c:pt>
                <c:pt idx="1">
                  <c:v>Akzid. Vergiftung: schädl. Substanzen (inkl. Exp.)</c:v>
                </c:pt>
                <c:pt idx="2">
                  <c:v>Alkoh.Leberkh.,Chron.Hepatitis,Leberfibr.u.0zirr.</c:v>
                </c:pt>
                <c:pt idx="3">
                  <c:v>Angeb. Fehlbildungen,Deformitäten,Chromosomenanom.</c:v>
                </c:pt>
                <c:pt idx="4">
                  <c:v>Angeborene Fehlbildungen des Kreislaufsystems</c:v>
                </c:pt>
                <c:pt idx="5">
                  <c:v>Angeborene Fehlbildungen des Nervensystems</c:v>
                </c:pt>
                <c:pt idx="6">
                  <c:v>Asthma</c:v>
                </c:pt>
                <c:pt idx="7">
                  <c:v>Äußere Ursachen von Morbidität und Mortalität</c:v>
                </c:pt>
                <c:pt idx="8">
                  <c:v>Best.Zustände mit Ursprung in der Perinatalperiode</c:v>
                </c:pt>
                <c:pt idx="9">
                  <c:v>Bestimmte infektiöse und parasitäre Krankheiten</c:v>
                </c:pt>
                <c:pt idx="10">
                  <c:v>BN d. Larynx, d. Trachea, d. Bronchien u. d. Lunge</c:v>
                </c:pt>
                <c:pt idx="11">
                  <c:v>BN d. lymphat., blutbild. u. verwandten Gewebes</c:v>
                </c:pt>
                <c:pt idx="12">
                  <c:v>BN der Bronchien und der Lunge</c:v>
                </c:pt>
                <c:pt idx="13">
                  <c:v>BN der Brustdrüse</c:v>
                </c:pt>
                <c:pt idx="14">
                  <c:v>BN der Cervix uteri</c:v>
                </c:pt>
                <c:pt idx="15">
                  <c:v>BN der Genital0 und Harnorgane</c:v>
                </c:pt>
                <c:pt idx="16">
                  <c:v>BN der Harnblase</c:v>
                </c:pt>
                <c:pt idx="17">
                  <c:v>BN der Leber und der intrahepatischen Gallengänge</c:v>
                </c:pt>
                <c:pt idx="18">
                  <c:v>BN der Leber, der Gallenwege und des Pankreas</c:v>
                </c:pt>
                <c:pt idx="19">
                  <c:v>BN der Lippe, der Mundhöhle und des Pharynx</c:v>
                </c:pt>
                <c:pt idx="20">
                  <c:v>BN der Niere, ausgenommen Nierenbecken</c:v>
                </c:pt>
                <c:pt idx="21">
                  <c:v>BN der Prostata</c:v>
                </c:pt>
                <c:pt idx="22">
                  <c:v>BN des Corpus uteri u. Uterus, Teil n.n. bezeichn.</c:v>
                </c:pt>
                <c:pt idx="23">
                  <c:v>BN des Dickdarms</c:v>
                </c:pt>
                <c:pt idx="24">
                  <c:v>BN des Magens</c:v>
                </c:pt>
                <c:pt idx="25">
                  <c:v>BN des Ösophagus</c:v>
                </c:pt>
                <c:pt idx="26">
                  <c:v>BN des Ovars</c:v>
                </c:pt>
                <c:pt idx="27">
                  <c:v>BN des Pankreas</c:v>
                </c:pt>
                <c:pt idx="28">
                  <c:v>BN des Rektums, des Anus und am Rektosigmoid</c:v>
                </c:pt>
                <c:pt idx="29">
                  <c:v>Bösartige Neubildungen (BN)</c:v>
                </c:pt>
                <c:pt idx="30">
                  <c:v>Bösartiges Melanom der Haut</c:v>
                </c:pt>
                <c:pt idx="31">
                  <c:v>Chronische Krankheiten der unteren Atemwege</c:v>
                </c:pt>
                <c:pt idx="32">
                  <c:v>Chronische Polyarthritis und Arthrose</c:v>
                </c:pt>
                <c:pt idx="33">
                  <c:v>COVID019, Virus nachgewiesen</c:v>
                </c:pt>
                <c:pt idx="34">
                  <c:v>COVID019, Virus nicht nachgewiesen</c:v>
                </c:pt>
                <c:pt idx="35">
                  <c:v>Diabetes mellitus</c:v>
                </c:pt>
                <c:pt idx="36">
                  <c:v>Endokrine, Ernährungs0 u. Stoffwechselkrankheiten</c:v>
                </c:pt>
                <c:pt idx="37">
                  <c:v>Ereignis, dessen nähere Umstände unbestimmt sind</c:v>
                </c:pt>
                <c:pt idx="38">
                  <c:v>Ertrinken und Untergehen</c:v>
                </c:pt>
                <c:pt idx="39">
                  <c:v>Exposition gegenüber Rauch, Feuer und Flammen</c:v>
                </c:pt>
                <c:pt idx="40">
                  <c:v>Grippe</c:v>
                </c:pt>
                <c:pt idx="41">
                  <c:v>Gutartige Neubildungen</c:v>
                </c:pt>
                <c:pt idx="42">
                  <c:v>HIV0Krankheit</c:v>
                </c:pt>
                <c:pt idx="43">
                  <c:v>Hypertonie (Hochdruckkrankheit)</c:v>
                </c:pt>
                <c:pt idx="44">
                  <c:v>Ischämische Herzkrankheiten</c:v>
                </c:pt>
                <c:pt idx="45">
                  <c:v>Krankh. des Muskel0Skelett0Systems u. Bindegewebes</c:v>
                </c:pt>
                <c:pt idx="46">
                  <c:v>Krankheiten d. Nervensystems u. d. Sinnesorgane</c:v>
                </c:pt>
                <c:pt idx="47">
                  <c:v>Krankheiten der Arterien, Arteriolen und Kapillare</c:v>
                </c:pt>
                <c:pt idx="48">
                  <c:v>Krankheiten der Haut und der Unterhaut</c:v>
                </c:pt>
                <c:pt idx="49">
                  <c:v>Krankheiten der Leber</c:v>
                </c:pt>
                <c:pt idx="50">
                  <c:v>Krankheiten der Niere</c:v>
                </c:pt>
                <c:pt idx="51">
                  <c:v>Krankheiten des Atmungssystems</c:v>
                </c:pt>
                <c:pt idx="52">
                  <c:v>Krankheiten des Blutes u. der blutbildenden Organe</c:v>
                </c:pt>
                <c:pt idx="53">
                  <c:v>Krankheiten des Kreislaufsystems</c:v>
                </c:pt>
                <c:pt idx="54">
                  <c:v>Krankheiten des Urogenitalsystems</c:v>
                </c:pt>
                <c:pt idx="55">
                  <c:v>Krankheiten des Verdauungssystems</c:v>
                </c:pt>
                <c:pt idx="56">
                  <c:v>Leukämie</c:v>
                </c:pt>
                <c:pt idx="57">
                  <c:v>Melanom und sonstige bösartige Neubild. der Haut</c:v>
                </c:pt>
                <c:pt idx="58">
                  <c:v>Meningitis</c:v>
                </c:pt>
                <c:pt idx="59">
                  <c:v>Meningokokkeninfektion</c:v>
                </c:pt>
                <c:pt idx="60">
                  <c:v>Neubildungen</c:v>
                </c:pt>
                <c:pt idx="61">
                  <c:v>Plötzlicher Kindstod</c:v>
                </c:pt>
                <c:pt idx="62">
                  <c:v>Pneumonie</c:v>
                </c:pt>
                <c:pt idx="63">
                  <c:v>Psych. u. Verhaltensstörungen d.a.psychotr. Subst.</c:v>
                </c:pt>
                <c:pt idx="64">
                  <c:v>Psychische und Verhaltensstörungen</c:v>
                </c:pt>
                <c:pt idx="65">
                  <c:v>Psychische und Verhaltensstörungen durch Alkohol</c:v>
                </c:pt>
                <c:pt idx="66">
                  <c:v>Schlaganfall, nicht als Blutung oder Infarkt bez.</c:v>
                </c:pt>
                <c:pt idx="67">
                  <c:v>Schwangerschaft, Geburt und Wochenbett</c:v>
                </c:pt>
                <c:pt idx="68">
                  <c:v>Sonst. ungenau bezeichnete u. unbek. Todesursachen</c:v>
                </c:pt>
                <c:pt idx="69">
                  <c:v>Sonstige Formen der Herzkrankheit</c:v>
                </c:pt>
                <c:pt idx="70">
                  <c:v>Sonstige Krankheiten des Endokards</c:v>
                </c:pt>
                <c:pt idx="71">
                  <c:v>Stürze</c:v>
                </c:pt>
                <c:pt idx="72">
                  <c:v>Symptome und abnorme klinische und Laborbefunde</c:v>
                </c:pt>
                <c:pt idx="73">
                  <c:v>Tätlicher Angriff</c:v>
                </c:pt>
                <c:pt idx="74">
                  <c:v>Transportmittelunfälle</c:v>
                </c:pt>
                <c:pt idx="75">
                  <c:v>Tuberkulose einschließlich ihrer Folgezustände</c:v>
                </c:pt>
                <c:pt idx="76">
                  <c:v>Ulcus ventriculi, duodeni, pepticum, pept. jejuni</c:v>
                </c:pt>
                <c:pt idx="77">
                  <c:v>Unfälle einschließlich Spätfolgen</c:v>
                </c:pt>
                <c:pt idx="78">
                  <c:v>Virushepatitis</c:v>
                </c:pt>
                <c:pt idx="79">
                  <c:v>Vorsätzliche Selbstbeschädigung</c:v>
                </c:pt>
                <c:pt idx="80">
                  <c:v>Zerebrovaskuläre Krankheiten</c:v>
                </c:pt>
              </c:strCache>
            </c:strRef>
          </c:cat>
          <c:val>
            <c:numRef>
              <c:f>Sheet1!$B$2:$B$82</c:f>
              <c:numCache>
                <c:formatCode>General</c:formatCode>
                <c:ptCount val="81"/>
                <c:pt idx="0">
                  <c:v>44192.0</c:v>
                </c:pt>
                <c:pt idx="1">
                  <c:v>1075.0</c:v>
                </c:pt>
                <c:pt idx="2">
                  <c:v>13661.0</c:v>
                </c:pt>
                <c:pt idx="3">
                  <c:v>2030.0</c:v>
                </c:pt>
                <c:pt idx="4">
                  <c:v>594.0</c:v>
                </c:pt>
                <c:pt idx="5">
                  <c:v>178.0</c:v>
                </c:pt>
                <c:pt idx="6">
                  <c:v>891.0</c:v>
                </c:pt>
                <c:pt idx="7">
                  <c:v>38104.0</c:v>
                </c:pt>
                <c:pt idx="8">
                  <c:v>1479.0</c:v>
                </c:pt>
                <c:pt idx="9">
                  <c:v>16128.0</c:v>
                </c:pt>
                <c:pt idx="10">
                  <c:v>43670.0</c:v>
                </c:pt>
                <c:pt idx="11">
                  <c:v>17691.0</c:v>
                </c:pt>
                <c:pt idx="12">
                  <c:v>42279.0</c:v>
                </c:pt>
                <c:pt idx="13">
                  <c:v>15670.0</c:v>
                </c:pt>
                <c:pt idx="14">
                  <c:v>1408.0</c:v>
                </c:pt>
                <c:pt idx="15">
                  <c:v>38050.0</c:v>
                </c:pt>
                <c:pt idx="16">
                  <c:v>5432.0</c:v>
                </c:pt>
                <c:pt idx="17">
                  <c:v>7390.0</c:v>
                </c:pt>
                <c:pt idx="18">
                  <c:v>26855.0</c:v>
                </c:pt>
                <c:pt idx="19">
                  <c:v>5157.0</c:v>
                </c:pt>
                <c:pt idx="20">
                  <c:v>4763.0</c:v>
                </c:pt>
                <c:pt idx="21">
                  <c:v>14318.0</c:v>
                </c:pt>
                <c:pt idx="22">
                  <c:v>2176.0</c:v>
                </c:pt>
                <c:pt idx="23">
                  <c:v>14385.0</c:v>
                </c:pt>
                <c:pt idx="24">
                  <c:v>8326.0</c:v>
                </c:pt>
                <c:pt idx="25">
                  <c:v>5286.0</c:v>
                </c:pt>
                <c:pt idx="26">
                  <c:v>4306.0</c:v>
                </c:pt>
                <c:pt idx="27">
                  <c:v>16096.0</c:v>
                </c:pt>
                <c:pt idx="28">
                  <c:v>7417.0</c:v>
                </c:pt>
                <c:pt idx="29">
                  <c:v>209131.0</c:v>
                </c:pt>
                <c:pt idx="30">
                  <c:v>2640.0</c:v>
                </c:pt>
                <c:pt idx="31">
                  <c:v>32776.0</c:v>
                </c:pt>
                <c:pt idx="32">
                  <c:v>1110.0</c:v>
                </c:pt>
                <c:pt idx="33">
                  <c:v>0.0</c:v>
                </c:pt>
                <c:pt idx="34">
                  <c:v>0.0</c:v>
                </c:pt>
                <c:pt idx="35">
                  <c:v>23266.0</c:v>
                </c:pt>
                <c:pt idx="36">
                  <c:v>31771.0</c:v>
                </c:pt>
                <c:pt idx="37">
                  <c:v>1731.0</c:v>
                </c:pt>
                <c:pt idx="38">
                  <c:v>364.0</c:v>
                </c:pt>
                <c:pt idx="39">
                  <c:v>318.0</c:v>
                </c:pt>
                <c:pt idx="40">
                  <c:v>1112.0</c:v>
                </c:pt>
                <c:pt idx="41">
                  <c:v>698.0</c:v>
                </c:pt>
                <c:pt idx="42">
                  <c:v>307.0</c:v>
                </c:pt>
                <c:pt idx="43">
                  <c:v>41514.0</c:v>
                </c:pt>
                <c:pt idx="44">
                  <c:v>119432.0</c:v>
                </c:pt>
                <c:pt idx="45">
                  <c:v>4359.0</c:v>
                </c:pt>
                <c:pt idx="46">
                  <c:v>29816.0</c:v>
                </c:pt>
                <c:pt idx="47">
                  <c:v>11986.0</c:v>
                </c:pt>
                <c:pt idx="48">
                  <c:v>1426.0</c:v>
                </c:pt>
                <c:pt idx="49">
                  <c:v>15109.0</c:v>
                </c:pt>
                <c:pt idx="50">
                  <c:v>16631.0</c:v>
                </c:pt>
                <c:pt idx="51">
                  <c:v>63761.0</c:v>
                </c:pt>
                <c:pt idx="52">
                  <c:v>3411.0</c:v>
                </c:pt>
                <c:pt idx="53">
                  <c:v>325624.0</c:v>
                </c:pt>
                <c:pt idx="54">
                  <c:v>22075.0</c:v>
                </c:pt>
                <c:pt idx="55">
                  <c:v>38508.0</c:v>
                </c:pt>
                <c:pt idx="56">
                  <c:v>7425.0</c:v>
                </c:pt>
                <c:pt idx="57">
                  <c:v>3527.0</c:v>
                </c:pt>
                <c:pt idx="58">
                  <c:v>110.0</c:v>
                </c:pt>
                <c:pt idx="59">
                  <c:v>26.0</c:v>
                </c:pt>
                <c:pt idx="60">
                  <c:v>216641.0</c:v>
                </c:pt>
                <c:pt idx="61">
                  <c:v>130.0</c:v>
                </c:pt>
                <c:pt idx="62">
                  <c:v>18528.0</c:v>
                </c:pt>
                <c:pt idx="63">
                  <c:v>665.0</c:v>
                </c:pt>
                <c:pt idx="64">
                  <c:v>50108.0</c:v>
                </c:pt>
                <c:pt idx="65">
                  <c:v>4987.0</c:v>
                </c:pt>
                <c:pt idx="66">
                  <c:v>11866.0</c:v>
                </c:pt>
                <c:pt idx="67">
                  <c:v>22.0</c:v>
                </c:pt>
                <c:pt idx="68">
                  <c:v>23752.0</c:v>
                </c:pt>
                <c:pt idx="69">
                  <c:v>74600.0</c:v>
                </c:pt>
                <c:pt idx="70">
                  <c:v>13156.0</c:v>
                </c:pt>
                <c:pt idx="71">
                  <c:v>13944.0</c:v>
                </c:pt>
                <c:pt idx="72">
                  <c:v>27870.0</c:v>
                </c:pt>
                <c:pt idx="73">
                  <c:v>346.0</c:v>
                </c:pt>
                <c:pt idx="74">
                  <c:v>3301.0</c:v>
                </c:pt>
                <c:pt idx="75">
                  <c:v>265.0</c:v>
                </c:pt>
                <c:pt idx="76">
                  <c:v>2195.0</c:v>
                </c:pt>
                <c:pt idx="77">
                  <c:v>26984.0</c:v>
                </c:pt>
                <c:pt idx="78">
                  <c:v>685.0</c:v>
                </c:pt>
                <c:pt idx="79">
                  <c:v>9004.0</c:v>
                </c:pt>
                <c:pt idx="80">
                  <c:v>51459.0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F85-D944-A59C-5F43CDDF0AE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731632128"/>
        <c:axId val="1731633920"/>
      </c:barChart>
      <c:catAx>
        <c:axId val="17316321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731633920"/>
        <c:crosses val="autoZero"/>
        <c:auto val="1"/>
        <c:lblAlgn val="ctr"/>
        <c:lblOffset val="100"/>
        <c:noMultiLvlLbl val="0"/>
      </c:catAx>
      <c:valAx>
        <c:axId val="17316339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7316321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2017</c:v>
                </c:pt>
              </c:strCache>
            </c:strRef>
          </c:tx>
          <c:cat>
            <c:strRef>
              <c:f>Sheet1!$A$2:$A$11</c:f>
              <c:strCache>
                <c:ptCount val="10"/>
                <c:pt idx="0">
                  <c:v>Krankheiten des Kreislaufsystems</c:v>
                </c:pt>
                <c:pt idx="1">
                  <c:v>Neubildungen</c:v>
                </c:pt>
                <c:pt idx="2">
                  <c:v>Bösartige Neubildungen (BN)</c:v>
                </c:pt>
                <c:pt idx="3">
                  <c:v>Ischämische Herzkrankheiten</c:v>
                </c:pt>
                <c:pt idx="4">
                  <c:v>Sonstige Formen der Herzkrankheit</c:v>
                </c:pt>
                <c:pt idx="5">
                  <c:v>Krankheiten des Atmungssystems</c:v>
                </c:pt>
                <c:pt idx="6">
                  <c:v>Psychische und Verhaltensstörungen</c:v>
                </c:pt>
                <c:pt idx="7">
                  <c:v>Zerebrovaskuläre Krankheiten</c:v>
                </c:pt>
                <c:pt idx="8">
                  <c:v>BN d. Larynx, d. Trachea, d. Bronchien u. d. Lun…</c:v>
                </c:pt>
                <c:pt idx="9">
                  <c:v>Akuter oder rezidivierender Myokardinfarkt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325624.0</c:v>
                </c:pt>
                <c:pt idx="1">
                  <c:v>216641.0</c:v>
                </c:pt>
                <c:pt idx="2">
                  <c:v>209131.0</c:v>
                </c:pt>
                <c:pt idx="3">
                  <c:v>119432.0</c:v>
                </c:pt>
                <c:pt idx="4">
                  <c:v>74600.0</c:v>
                </c:pt>
                <c:pt idx="5">
                  <c:v>63761.0</c:v>
                </c:pt>
                <c:pt idx="6">
                  <c:v>50108.0</c:v>
                </c:pt>
                <c:pt idx="7">
                  <c:v>51459.0</c:v>
                </c:pt>
                <c:pt idx="8">
                  <c:v>0.0</c:v>
                </c:pt>
                <c:pt idx="9">
                  <c:v>44192.0</c:v>
                </c:pt>
              </c:numCache>
            </c:numRef>
          </c:val>
        </c:ser>
        <c:dLbls>
          <c:numFmt formatCode="#.##0" sourceLinked="0"/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numFmt formatCode="#.##0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Todesfälle</c:v>
                </c:pt>
              </c:strCache>
            </c:strRef>
          </c:tx>
          <c:cat>
            <c:strRef>
              <c:f>Sheet1!$A$2:$A$18</c:f>
              <c:strCache>
                <c:ptCount val="17"/>
                <c:pt idx="0">
                  <c:v>&lt;1</c:v>
                </c:pt>
                <c:pt idx="1">
                  <c:v>1-15</c:v>
                </c:pt>
                <c:pt idx="2">
                  <c:v>15-20</c:v>
                </c:pt>
                <c:pt idx="3">
                  <c:v>20-25</c:v>
                </c:pt>
                <c:pt idx="4">
                  <c:v>25-30</c:v>
                </c:pt>
                <c:pt idx="5">
                  <c:v>30-35</c:v>
                </c:pt>
                <c:pt idx="6">
                  <c:v>35-40</c:v>
                </c:pt>
                <c:pt idx="7">
                  <c:v>40-45</c:v>
                </c:pt>
                <c:pt idx="8">
                  <c:v>45-50</c:v>
                </c:pt>
                <c:pt idx="9">
                  <c:v>50-55</c:v>
                </c:pt>
                <c:pt idx="10">
                  <c:v>55-60</c:v>
                </c:pt>
                <c:pt idx="11">
                  <c:v>60-65</c:v>
                </c:pt>
                <c:pt idx="12">
                  <c:v>65-70</c:v>
                </c:pt>
                <c:pt idx="13">
                  <c:v>70-75</c:v>
                </c:pt>
                <c:pt idx="14">
                  <c:v>75-80</c:v>
                </c:pt>
                <c:pt idx="15">
                  <c:v>80-85</c:v>
                </c:pt>
                <c:pt idx="16">
                  <c:v>85 +</c:v>
                </c:pt>
              </c:strCache>
            </c:strRef>
          </c:cat>
          <c:val>
            <c:numRef>
              <c:f>Sheet1!$B$2:$B$18</c:f>
              <c:numCache>
                <c:formatCode>General</c:formatCode>
                <c:ptCount val="17"/>
                <c:pt idx="0">
                  <c:v>5598.0</c:v>
                </c:pt>
                <c:pt idx="1">
                  <c:v>3138.0</c:v>
                </c:pt>
                <c:pt idx="2">
                  <c:v>2787.0</c:v>
                </c:pt>
                <c:pt idx="3">
                  <c:v>4281.0</c:v>
                </c:pt>
                <c:pt idx="4">
                  <c:v>5538.0</c:v>
                </c:pt>
                <c:pt idx="5">
                  <c:v>8547.0</c:v>
                </c:pt>
                <c:pt idx="6">
                  <c:v>12762.0</c:v>
                </c:pt>
                <c:pt idx="7">
                  <c:v>18196.0</c:v>
                </c:pt>
                <c:pt idx="8">
                  <c:v>34549.0</c:v>
                </c:pt>
                <c:pt idx="9">
                  <c:v>75288.0</c:v>
                </c:pt>
                <c:pt idx="10">
                  <c:v>126702.0</c:v>
                </c:pt>
                <c:pt idx="11">
                  <c:v>175683.0</c:v>
                </c:pt>
                <c:pt idx="12">
                  <c:v>233327.0</c:v>
                </c:pt>
                <c:pt idx="13">
                  <c:v>257671.0</c:v>
                </c:pt>
                <c:pt idx="14">
                  <c:v>251230.0</c:v>
                </c:pt>
                <c:pt idx="15">
                  <c:v>581516.0</c:v>
                </c:pt>
                <c:pt idx="16">
                  <c:v>1064545.0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numFmt formatCode="#.##0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2017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Krankheiten des Kreislaufsystems</c:v>
                </c:pt>
                <c:pt idx="1">
                  <c:v>Neubildungen</c:v>
                </c:pt>
                <c:pt idx="2">
                  <c:v>Bösartige Neubildungen (BN)</c:v>
                </c:pt>
                <c:pt idx="3">
                  <c:v>Ischämische Herzkrankheiten</c:v>
                </c:pt>
                <c:pt idx="4">
                  <c:v>Sonstige Formen der Herzkrankheit</c:v>
                </c:pt>
                <c:pt idx="5">
                  <c:v>Krankheiten des Atmungssystems</c:v>
                </c:pt>
                <c:pt idx="6">
                  <c:v>Psychische und Verhaltensstörunge…</c:v>
                </c:pt>
                <c:pt idx="7">
                  <c:v>Zerebrovaskuläre Krankheiten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325624.0</c:v>
                </c:pt>
                <c:pt idx="1">
                  <c:v>216641.0</c:v>
                </c:pt>
                <c:pt idx="2">
                  <c:v>209131.0</c:v>
                </c:pt>
                <c:pt idx="3">
                  <c:v>119432.0</c:v>
                </c:pt>
                <c:pt idx="4">
                  <c:v>74600.0</c:v>
                </c:pt>
                <c:pt idx="5">
                  <c:v>63761.0</c:v>
                </c:pt>
                <c:pt idx="6">
                  <c:v>0.0</c:v>
                </c:pt>
                <c:pt idx="7">
                  <c:v>51459.0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numFmt formatCode="#.##0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2017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Krankheiten des Kreislaufsystems</c:v>
                </c:pt>
                <c:pt idx="1">
                  <c:v>Neubildungen</c:v>
                </c:pt>
                <c:pt idx="2">
                  <c:v>Krankheiten des Atmungssystems</c:v>
                </c:pt>
                <c:pt idx="3">
                  <c:v>Psychische und Verhaltensstörungen</c:v>
                </c:pt>
                <c:pt idx="4">
                  <c:v>Äußere Ursachen von Morbidität und …</c:v>
                </c:pt>
                <c:pt idx="5">
                  <c:v>Krankheiten des Verdauungssystems</c:v>
                </c:pt>
                <c:pt idx="6">
                  <c:v>Endokrine, Ernährungs0 u. Stoffwech…</c:v>
                </c:pt>
                <c:pt idx="7">
                  <c:v>Krankheiten des Urogenitalsystems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325624.0</c:v>
                </c:pt>
                <c:pt idx="1">
                  <c:v>216641.0</c:v>
                </c:pt>
                <c:pt idx="2">
                  <c:v>63761.0</c:v>
                </c:pt>
                <c:pt idx="3">
                  <c:v>50108.0</c:v>
                </c:pt>
                <c:pt idx="4">
                  <c:v>0.0</c:v>
                </c:pt>
                <c:pt idx="5">
                  <c:v>38508.0</c:v>
                </c:pt>
                <c:pt idx="6">
                  <c:v>0.0</c:v>
                </c:pt>
                <c:pt idx="7">
                  <c:v>22075.0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bestFit"/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</c:plotArea>
    <c:legend>
      <c:legendPos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wmf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berschriftenplatzhalter 1"/>
          <p:cNvSpPr>
            <a:spLocks noGrp="1"/>
          </p:cNvSpPr>
          <p:nvPr>
            <p:ph type="hdr" sz="quarter"/>
          </p:nvPr>
        </p:nvSpPr>
        <p:spPr>
          <a:xfrm>
            <a:off x="1141413" y="128588"/>
            <a:ext cx="3398837" cy="652462"/>
          </a:xfrm>
          <a:prstGeom prst="rect">
            <a:avLst/>
          </a:prstGeom>
        </p:spPr>
        <p:txBody>
          <a:bodyPr vert="horz" lIns="0" tIns="0" rIns="0" bIns="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900" dirty="0">
                <a:latin typeface="Arial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grpSp>
        <p:nvGrpSpPr>
          <p:cNvPr id="9219" name="Gruppierung 2"/>
          <p:cNvGrpSpPr>
            <a:grpSpLocks/>
          </p:cNvGrpSpPr>
          <p:nvPr/>
        </p:nvGrpSpPr>
        <p:grpSpPr bwMode="auto">
          <a:xfrm>
            <a:off x="1133475" y="0"/>
            <a:ext cx="5664200" cy="77788"/>
            <a:chOff x="1143000" y="-2"/>
            <a:chExt cx="5714999" cy="108000"/>
          </a:xfrm>
        </p:grpSpPr>
        <p:sp>
          <p:nvSpPr>
            <p:cNvPr id="7" name="Rechteck 6"/>
            <p:cNvSpPr/>
            <p:nvPr userDrawn="1"/>
          </p:nvSpPr>
          <p:spPr bwMode="auto">
            <a:xfrm>
              <a:off x="1143000" y="-2"/>
              <a:ext cx="1800353" cy="108000"/>
            </a:xfrm>
            <a:prstGeom prst="rect">
              <a:avLst/>
            </a:prstGeom>
            <a:solidFill>
              <a:srgbClr val="AA0F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e-DE"/>
            </a:p>
          </p:txBody>
        </p:sp>
        <p:sp>
          <p:nvSpPr>
            <p:cNvPr id="8" name="Rechteck 7"/>
            <p:cNvSpPr/>
            <p:nvPr userDrawn="1"/>
          </p:nvSpPr>
          <p:spPr bwMode="auto">
            <a:xfrm>
              <a:off x="2943353" y="-2"/>
              <a:ext cx="1801955" cy="108000"/>
            </a:xfrm>
            <a:prstGeom prst="rect">
              <a:avLst/>
            </a:prstGeom>
            <a:solidFill>
              <a:srgbClr val="D747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e-DE"/>
            </a:p>
          </p:txBody>
        </p:sp>
        <p:sp>
          <p:nvSpPr>
            <p:cNvPr id="9" name="Rechteck 8"/>
            <p:cNvSpPr/>
            <p:nvPr userDrawn="1"/>
          </p:nvSpPr>
          <p:spPr bwMode="auto">
            <a:xfrm>
              <a:off x="4745308" y="-2"/>
              <a:ext cx="2112691" cy="108000"/>
            </a:xfrm>
            <a:prstGeom prst="rect">
              <a:avLst/>
            </a:prstGeom>
            <a:solidFill>
              <a:srgbClr val="901B6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e-DE"/>
            </a:p>
          </p:txBody>
        </p:sp>
      </p:grpSp>
      <p:sp>
        <p:nvSpPr>
          <p:cNvPr id="9220" name="Rectangle 4"/>
          <p:cNvSpPr>
            <a:spLocks noChangeArrowheads="1"/>
          </p:cNvSpPr>
          <p:nvPr/>
        </p:nvSpPr>
        <p:spPr bwMode="auto">
          <a:xfrm>
            <a:off x="4700588" y="388938"/>
            <a:ext cx="955675" cy="392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0" hangingPunct="0">
              <a:lnSpc>
                <a:spcPts val="1175"/>
              </a:lnSpc>
            </a:pPr>
            <a:r>
              <a:rPr lang="de-DE" altLang="de-DE" sz="900"/>
              <a:t>Chart</a:t>
            </a:r>
            <a:r>
              <a:rPr lang="de-DE" altLang="de-DE" sz="900">
                <a:solidFill>
                  <a:srgbClr val="000000"/>
                </a:solidFill>
              </a:rPr>
              <a:t>: </a:t>
            </a:r>
            <a:fld id="{DEABD8D7-DB7D-4262-BD90-67B58EBF3A4F}" type="slidenum">
              <a:rPr lang="de-DE" altLang="de-DE" sz="900">
                <a:solidFill>
                  <a:srgbClr val="000000"/>
                </a:solidFill>
              </a:rPr>
              <a:pPr eaLnBrk="0" hangingPunct="0">
                <a:lnSpc>
                  <a:spcPts val="1175"/>
                </a:lnSpc>
              </a:pPr>
              <a:t>‹Nr.›</a:t>
            </a:fld>
            <a:endParaRPr lang="de-DE" altLang="de-DE" sz="900"/>
          </a:p>
        </p:txBody>
      </p:sp>
      <p:pic>
        <p:nvPicPr>
          <p:cNvPr id="9221" name="Bild 7" descr="Logo_17pt.wm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2175" y="9096375"/>
            <a:ext cx="1041400" cy="663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Rectangle 10"/>
          <p:cNvSpPr txBox="1">
            <a:spLocks noChangeArrowheads="1"/>
          </p:cNvSpPr>
          <p:nvPr/>
        </p:nvSpPr>
        <p:spPr bwMode="auto">
          <a:xfrm>
            <a:off x="4700588" y="139700"/>
            <a:ext cx="1042987" cy="249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>
            <a:defPPr>
              <a:defRPr lang="de-DE"/>
            </a:defPPr>
            <a:lvl1pPr algn="l" rtl="0" eaLnBrk="0" fontAlgn="base" hangingPunct="0">
              <a:lnSpc>
                <a:spcPts val="1500"/>
              </a:lnSpc>
              <a:spcBef>
                <a:spcPts val="0"/>
              </a:spcBef>
              <a:spcAft>
                <a:spcPct val="0"/>
              </a:spcAft>
              <a:defRPr kumimoji="0" sz="1200" kern="1200">
                <a:solidFill>
                  <a:schemeClr val="tx1"/>
                </a:solidFill>
                <a:latin typeface="Arial"/>
                <a:ea typeface="ＭＳ Ｐゴシック" charset="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5pPr>
            <a:lvl6pPr marL="22860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6pPr>
            <a:lvl7pPr marL="27432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7pPr>
            <a:lvl8pPr marL="32004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8pPr>
            <a:lvl9pPr marL="36576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9pPr>
          </a:lstStyle>
          <a:p>
            <a:pPr>
              <a:lnSpc>
                <a:spcPts val="1180"/>
              </a:lnSpc>
              <a:defRPr/>
            </a:pPr>
            <a:fld id="{3A6DA0C8-B110-EF42-9B42-44D642A5B286}" type="datetime1">
              <a:rPr lang="de-DE" sz="900" smtClean="0"/>
              <a:pPr>
                <a:lnSpc>
                  <a:spcPts val="1180"/>
                </a:lnSpc>
                <a:defRPr/>
              </a:pPr>
              <a:t>15.06.26</a:t>
            </a:fld>
            <a:endParaRPr lang="de-DE" sz="900" dirty="0"/>
          </a:p>
        </p:txBody>
      </p:sp>
      <p:sp>
        <p:nvSpPr>
          <p:cNvPr id="14" name="Fußzeilenplatzhalter 3"/>
          <p:cNvSpPr txBox="1">
            <a:spLocks/>
          </p:cNvSpPr>
          <p:nvPr/>
        </p:nvSpPr>
        <p:spPr>
          <a:xfrm>
            <a:off x="1133475" y="9105900"/>
            <a:ext cx="3924300" cy="895350"/>
          </a:xfrm>
          <a:prstGeom prst="rect">
            <a:avLst/>
          </a:prstGeom>
        </p:spPr>
        <p:txBody>
          <a:bodyPr lIns="0" tIns="0" rIns="0" bIns="0"/>
          <a:lstStyle>
            <a:defPPr>
              <a:defRPr lang="de-DE"/>
            </a:defPPr>
            <a:lvl1pPr algn="l" rtl="0" fontAlgn="base">
              <a:lnSpc>
                <a:spcPts val="1500"/>
              </a:lnSpc>
              <a:spcBef>
                <a:spcPct val="0"/>
              </a:spcBef>
              <a:spcAft>
                <a:spcPct val="0"/>
              </a:spcAft>
              <a:defRPr kumimoji="1" sz="1200" b="1" i="0" kern="1200">
                <a:solidFill>
                  <a:srgbClr val="141313"/>
                </a:solidFill>
                <a:latin typeface="Arial"/>
                <a:ea typeface="ＭＳ Ｐゴシック" charset="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5pPr>
            <a:lvl6pPr marL="22860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6pPr>
            <a:lvl7pPr marL="27432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7pPr>
            <a:lvl8pPr marL="32004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8pPr>
            <a:lvl9pPr marL="36576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9pPr>
          </a:lstStyle>
          <a:p>
            <a:pPr>
              <a:lnSpc>
                <a:spcPts val="1180"/>
              </a:lnSpc>
              <a:defRPr/>
            </a:pPr>
            <a:r>
              <a:rPr lang="de-DE" sz="900" dirty="0"/>
              <a:t>Prof. Dr. Elisabeth Exempel</a:t>
            </a:r>
          </a:p>
          <a:p>
            <a:pPr>
              <a:lnSpc>
                <a:spcPts val="1180"/>
              </a:lnSpc>
              <a:defRPr/>
            </a:pPr>
            <a:r>
              <a:rPr lang="de-DE" sz="900" b="0" dirty="0">
                <a:solidFill>
                  <a:schemeClr val="tx1"/>
                </a:solidFill>
              </a:rPr>
              <a:t>Ggf. Funktionsbezeichnung</a:t>
            </a:r>
          </a:p>
          <a:p>
            <a:pPr>
              <a:lnSpc>
                <a:spcPts val="1180"/>
              </a:lnSpc>
              <a:defRPr/>
            </a:pPr>
            <a:r>
              <a:rPr lang="de-DE" sz="900" b="0" dirty="0">
                <a:solidFill>
                  <a:schemeClr val="tx1"/>
                </a:solidFill>
              </a:rPr>
              <a:t>Instituts- und/oder Fakultäts-, Referats-, Teambezeichnung</a:t>
            </a:r>
            <a:br>
              <a:rPr lang="de-DE" sz="900" b="0" dirty="0">
                <a:solidFill>
                  <a:schemeClr val="tx1"/>
                </a:solidFill>
              </a:rPr>
            </a:br>
            <a:r>
              <a:rPr lang="de-DE" sz="900" b="0" dirty="0">
                <a:solidFill>
                  <a:schemeClr val="tx1"/>
                </a:solidFill>
              </a:rPr>
              <a:t>maximal drei Zeilen möglich (editierbar im </a:t>
            </a:r>
            <a:r>
              <a:rPr lang="de-DE" sz="900" b="0" dirty="0" err="1">
                <a:solidFill>
                  <a:schemeClr val="tx1"/>
                </a:solidFill>
              </a:rPr>
              <a:t>Foliemaster</a:t>
            </a:r>
            <a:r>
              <a:rPr lang="de-DE" sz="900" b="0" dirty="0">
                <a:solidFill>
                  <a:schemeClr val="tx1"/>
                </a:solidFill>
              </a:rPr>
              <a:t>)</a:t>
            </a:r>
          </a:p>
          <a:p>
            <a:pPr>
              <a:lnSpc>
                <a:spcPts val="1180"/>
              </a:lnSpc>
              <a:defRPr/>
            </a:pPr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22697997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wmf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347663" y="744538"/>
            <a:ext cx="4978400" cy="2800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de-DE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1133475" y="3697288"/>
            <a:ext cx="5414963" cy="47847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noProof="0" dirty="0"/>
              <a:t>Mastertextformat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  <a:p>
            <a:pPr lvl="4"/>
            <a:r>
              <a:rPr lang="de-DE" noProof="0" dirty="0"/>
              <a:t>Fünfte Ebene</a:t>
            </a:r>
          </a:p>
        </p:txBody>
      </p:sp>
      <p:sp>
        <p:nvSpPr>
          <p:cNvPr id="8" name="Überschriftenplatzhalter 1"/>
          <p:cNvSpPr>
            <a:spLocks noGrp="1"/>
          </p:cNvSpPr>
          <p:nvPr>
            <p:ph type="hdr" sz="quarter"/>
          </p:nvPr>
        </p:nvSpPr>
        <p:spPr>
          <a:xfrm>
            <a:off x="1141413" y="150813"/>
            <a:ext cx="3398837" cy="482600"/>
          </a:xfrm>
          <a:prstGeom prst="rect">
            <a:avLst/>
          </a:prstGeom>
        </p:spPr>
        <p:txBody>
          <a:bodyPr vert="horz" lIns="0" tIns="0" rIns="0" bIns="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900" dirty="0">
                <a:latin typeface="Arial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grpSp>
        <p:nvGrpSpPr>
          <p:cNvPr id="7173" name="Gruppierung 1"/>
          <p:cNvGrpSpPr>
            <a:grpSpLocks/>
          </p:cNvGrpSpPr>
          <p:nvPr/>
        </p:nvGrpSpPr>
        <p:grpSpPr bwMode="auto">
          <a:xfrm>
            <a:off x="1133475" y="0"/>
            <a:ext cx="5664200" cy="77788"/>
            <a:chOff x="1143000" y="-2"/>
            <a:chExt cx="5714999" cy="108000"/>
          </a:xfrm>
        </p:grpSpPr>
        <p:sp>
          <p:nvSpPr>
            <p:cNvPr id="9" name="Rechteck 8"/>
            <p:cNvSpPr/>
            <p:nvPr/>
          </p:nvSpPr>
          <p:spPr bwMode="auto">
            <a:xfrm>
              <a:off x="1143000" y="-2"/>
              <a:ext cx="1800353" cy="108000"/>
            </a:xfrm>
            <a:prstGeom prst="rect">
              <a:avLst/>
            </a:prstGeom>
            <a:solidFill>
              <a:srgbClr val="AA0F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e-DE"/>
            </a:p>
          </p:txBody>
        </p:sp>
        <p:sp>
          <p:nvSpPr>
            <p:cNvPr id="10" name="Rechteck 9"/>
            <p:cNvSpPr/>
            <p:nvPr/>
          </p:nvSpPr>
          <p:spPr bwMode="auto">
            <a:xfrm>
              <a:off x="2943353" y="-2"/>
              <a:ext cx="1801955" cy="108000"/>
            </a:xfrm>
            <a:prstGeom prst="rect">
              <a:avLst/>
            </a:prstGeom>
            <a:solidFill>
              <a:srgbClr val="D747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e-DE"/>
            </a:p>
          </p:txBody>
        </p:sp>
        <p:sp>
          <p:nvSpPr>
            <p:cNvPr id="11" name="Rechteck 10"/>
            <p:cNvSpPr/>
            <p:nvPr/>
          </p:nvSpPr>
          <p:spPr bwMode="auto">
            <a:xfrm>
              <a:off x="4745308" y="-2"/>
              <a:ext cx="2112691" cy="108000"/>
            </a:xfrm>
            <a:prstGeom prst="rect">
              <a:avLst/>
            </a:prstGeom>
            <a:solidFill>
              <a:srgbClr val="901B6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e-DE"/>
            </a:p>
          </p:txBody>
        </p:sp>
      </p:grpSp>
      <p:sp>
        <p:nvSpPr>
          <p:cNvPr id="7174" name="Rectangle 4"/>
          <p:cNvSpPr>
            <a:spLocks noChangeArrowheads="1"/>
          </p:cNvSpPr>
          <p:nvPr/>
        </p:nvSpPr>
        <p:spPr bwMode="auto">
          <a:xfrm>
            <a:off x="4700588" y="411163"/>
            <a:ext cx="955675" cy="392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0" hangingPunct="0">
              <a:lnSpc>
                <a:spcPts val="1175"/>
              </a:lnSpc>
            </a:pPr>
            <a:r>
              <a:rPr lang="de-DE" altLang="de-DE" sz="900"/>
              <a:t>Chart</a:t>
            </a:r>
            <a:r>
              <a:rPr lang="de-DE" altLang="de-DE" sz="900">
                <a:solidFill>
                  <a:srgbClr val="000000"/>
                </a:solidFill>
              </a:rPr>
              <a:t>: </a:t>
            </a:r>
            <a:fld id="{461BB4A2-88BF-4F1A-ADC3-F64B0D1FA15C}" type="slidenum">
              <a:rPr lang="de-DE" altLang="de-DE" sz="900">
                <a:solidFill>
                  <a:srgbClr val="000000"/>
                </a:solidFill>
              </a:rPr>
              <a:pPr eaLnBrk="0" hangingPunct="0">
                <a:lnSpc>
                  <a:spcPts val="1175"/>
                </a:lnSpc>
              </a:pPr>
              <a:t>‹Nr.›</a:t>
            </a:fld>
            <a:endParaRPr lang="de-DE" altLang="de-DE" sz="900"/>
          </a:p>
        </p:txBody>
      </p:sp>
      <p:pic>
        <p:nvPicPr>
          <p:cNvPr id="7175" name="Bild 7" descr="Logo_17pt.wm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2175" y="8851900"/>
            <a:ext cx="1041400" cy="663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Rectangle 10"/>
          <p:cNvSpPr txBox="1">
            <a:spLocks noChangeArrowheads="1"/>
          </p:cNvSpPr>
          <p:nvPr/>
        </p:nvSpPr>
        <p:spPr bwMode="auto">
          <a:xfrm>
            <a:off x="4700588" y="161925"/>
            <a:ext cx="1042987" cy="249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>
            <a:defPPr>
              <a:defRPr lang="de-DE"/>
            </a:defPPr>
            <a:lvl1pPr algn="l" rtl="0" eaLnBrk="0" fontAlgn="base" hangingPunct="0">
              <a:lnSpc>
                <a:spcPts val="1500"/>
              </a:lnSpc>
              <a:spcBef>
                <a:spcPts val="0"/>
              </a:spcBef>
              <a:spcAft>
                <a:spcPct val="0"/>
              </a:spcAft>
              <a:defRPr kumimoji="0" sz="1200" kern="1200">
                <a:solidFill>
                  <a:schemeClr val="tx1"/>
                </a:solidFill>
                <a:latin typeface="Arial"/>
                <a:ea typeface="ＭＳ Ｐゴシック" charset="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5pPr>
            <a:lvl6pPr marL="22860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6pPr>
            <a:lvl7pPr marL="27432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7pPr>
            <a:lvl8pPr marL="32004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8pPr>
            <a:lvl9pPr marL="36576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9pPr>
          </a:lstStyle>
          <a:p>
            <a:pPr>
              <a:lnSpc>
                <a:spcPts val="1180"/>
              </a:lnSpc>
              <a:defRPr/>
            </a:pPr>
            <a:fld id="{3A6DA0C8-B110-EF42-9B42-44D642A5B286}" type="datetime1">
              <a:rPr lang="de-DE" sz="900" smtClean="0"/>
              <a:pPr>
                <a:lnSpc>
                  <a:spcPts val="1180"/>
                </a:lnSpc>
                <a:defRPr/>
              </a:pPr>
              <a:t>15.06.26</a:t>
            </a:fld>
            <a:endParaRPr lang="de-DE" sz="900" dirty="0"/>
          </a:p>
        </p:txBody>
      </p:sp>
      <p:sp>
        <p:nvSpPr>
          <p:cNvPr id="15" name="Fußzeilenplatzhalter 3"/>
          <p:cNvSpPr txBox="1">
            <a:spLocks/>
          </p:cNvSpPr>
          <p:nvPr/>
        </p:nvSpPr>
        <p:spPr>
          <a:xfrm>
            <a:off x="1133475" y="8861425"/>
            <a:ext cx="3924300" cy="895350"/>
          </a:xfrm>
          <a:prstGeom prst="rect">
            <a:avLst/>
          </a:prstGeom>
        </p:spPr>
        <p:txBody>
          <a:bodyPr lIns="0" tIns="0" rIns="0" bIns="0"/>
          <a:lstStyle>
            <a:defPPr>
              <a:defRPr lang="de-DE"/>
            </a:defPPr>
            <a:lvl1pPr algn="l" rtl="0" fontAlgn="base">
              <a:lnSpc>
                <a:spcPts val="1500"/>
              </a:lnSpc>
              <a:spcBef>
                <a:spcPct val="0"/>
              </a:spcBef>
              <a:spcAft>
                <a:spcPct val="0"/>
              </a:spcAft>
              <a:defRPr kumimoji="1" sz="1200" b="1" i="0" kern="1200">
                <a:solidFill>
                  <a:srgbClr val="141313"/>
                </a:solidFill>
                <a:latin typeface="Arial"/>
                <a:ea typeface="ＭＳ Ｐゴシック" charset="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5pPr>
            <a:lvl6pPr marL="22860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6pPr>
            <a:lvl7pPr marL="27432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7pPr>
            <a:lvl8pPr marL="32004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8pPr>
            <a:lvl9pPr marL="36576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9pPr>
          </a:lstStyle>
          <a:p>
            <a:pPr>
              <a:lnSpc>
                <a:spcPts val="1180"/>
              </a:lnSpc>
              <a:defRPr/>
            </a:pPr>
            <a:r>
              <a:rPr lang="de-DE" sz="900" dirty="0"/>
              <a:t>Prof. Dr. Elisabeth Exempel</a:t>
            </a:r>
          </a:p>
          <a:p>
            <a:pPr>
              <a:lnSpc>
                <a:spcPts val="1180"/>
              </a:lnSpc>
              <a:defRPr/>
            </a:pPr>
            <a:r>
              <a:rPr lang="de-DE" sz="900" b="0" dirty="0">
                <a:solidFill>
                  <a:schemeClr val="tx1"/>
                </a:solidFill>
              </a:rPr>
              <a:t>Ggf. Funktionsbezeichnung</a:t>
            </a:r>
          </a:p>
          <a:p>
            <a:pPr>
              <a:lnSpc>
                <a:spcPts val="1180"/>
              </a:lnSpc>
              <a:defRPr/>
            </a:pPr>
            <a:r>
              <a:rPr lang="de-DE" sz="900" b="0" dirty="0">
                <a:solidFill>
                  <a:schemeClr val="tx1"/>
                </a:solidFill>
              </a:rPr>
              <a:t>Instituts- und/oder Fakultäts-, Referats-, Teambezeichnung</a:t>
            </a:r>
            <a:br>
              <a:rPr lang="de-DE" sz="900" b="0" dirty="0">
                <a:solidFill>
                  <a:schemeClr val="tx1"/>
                </a:solidFill>
              </a:rPr>
            </a:br>
            <a:r>
              <a:rPr lang="de-DE" sz="900" b="0" dirty="0">
                <a:solidFill>
                  <a:schemeClr val="tx1"/>
                </a:solidFill>
              </a:rPr>
              <a:t>maximal drei Zeilen möglich (editierbar im </a:t>
            </a:r>
            <a:r>
              <a:rPr lang="de-DE" sz="900" b="0" dirty="0" err="1">
                <a:solidFill>
                  <a:schemeClr val="tx1"/>
                </a:solidFill>
              </a:rPr>
              <a:t>Foliemaster</a:t>
            </a:r>
            <a:r>
              <a:rPr lang="de-DE" sz="900" b="0" dirty="0">
                <a:solidFill>
                  <a:schemeClr val="tx1"/>
                </a:solidFill>
              </a:rPr>
              <a:t>)</a:t>
            </a:r>
          </a:p>
          <a:p>
            <a:pPr>
              <a:lnSpc>
                <a:spcPts val="1180"/>
              </a:lnSpc>
              <a:defRPr/>
            </a:pPr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71812562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Folienbildplatzhalt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izenplatzhalt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de-DE" altLang="de-DE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seite mit großem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206000" y="72000"/>
            <a:ext cx="10986000" cy="4332360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rtlCol="0">
            <a:normAutofit/>
          </a:bodyPr>
          <a:lstStyle>
            <a:lvl1pPr marL="0" indent="0">
              <a:lnSpc>
                <a:spcPts val="2200"/>
              </a:lnSpc>
              <a:buNone/>
              <a:defRPr sz="1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6" name="Titelplatzhalter 1"/>
          <p:cNvSpPr>
            <a:spLocks noGrp="1"/>
          </p:cNvSpPr>
          <p:nvPr>
            <p:ph type="title" hasCustomPrompt="1"/>
          </p:nvPr>
        </p:nvSpPr>
        <p:spPr>
          <a:xfrm>
            <a:off x="1206500" y="4535620"/>
            <a:ext cx="10800000" cy="708217"/>
          </a:xfrm>
          <a:prstGeom prst="rect">
            <a:avLst/>
          </a:prstGeom>
        </p:spPr>
        <p:txBody>
          <a:bodyPr tIns="0" rtlCol="0">
            <a:noAutofit/>
          </a:bodyPr>
          <a:lstStyle>
            <a:lvl1pPr>
              <a:lnSpc>
                <a:spcPct val="100000"/>
              </a:lnSpc>
              <a:defRPr sz="2600"/>
            </a:lvl1pPr>
          </a:lstStyle>
          <a:p>
            <a:r>
              <a:rPr lang="de-DE" dirty="0"/>
              <a:t>Titelmasterformat durch </a:t>
            </a:r>
            <a:br>
              <a:rPr lang="de-DE" dirty="0"/>
            </a:br>
            <a:r>
              <a:rPr lang="de-DE" dirty="0"/>
              <a:t>Klicken bearbeiten</a:t>
            </a:r>
          </a:p>
        </p:txBody>
      </p:sp>
      <p:sp>
        <p:nvSpPr>
          <p:cNvPr id="7" name="Textplatzhalter 3"/>
          <p:cNvSpPr>
            <a:spLocks noGrp="1"/>
          </p:cNvSpPr>
          <p:nvPr>
            <p:ph type="body" sz="quarter" idx="15"/>
          </p:nvPr>
        </p:nvSpPr>
        <p:spPr>
          <a:xfrm>
            <a:off x="1206000" y="5455920"/>
            <a:ext cx="10800000" cy="381020"/>
          </a:xfrm>
        </p:spPr>
        <p:txBody>
          <a:bodyPr/>
          <a:lstStyle>
            <a:lvl1pPr>
              <a:lnSpc>
                <a:spcPts val="2200"/>
              </a:lnSpc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3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7A299C-BD0A-4F11-93C3-2AFFB4497655}" type="datetime1">
              <a:rPr lang="de-DE"/>
              <a:pPr>
                <a:defRPr/>
              </a:pPr>
              <a:t>15.06.26</a:t>
            </a:fld>
            <a:endParaRPr lang="de-DE" dirty="0"/>
          </a:p>
        </p:txBody>
      </p:sp>
      <p:sp>
        <p:nvSpPr>
          <p:cNvPr id="8" name="Foliennummernplatzhalter 4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Seite </a:t>
            </a:r>
            <a:fld id="{BD9B6713-36FE-4B94-85D8-9FA2DCE30A84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746063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tIns="0"/>
          <a:lstStyle>
            <a:lvl1pPr>
              <a:lnSpc>
                <a:spcPts val="3000"/>
              </a:lnSpc>
              <a:defRPr baseline="0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7" name="Inhaltsplatzhalter 6"/>
          <p:cNvSpPr>
            <a:spLocks noGrp="1"/>
          </p:cNvSpPr>
          <p:nvPr>
            <p:ph sz="quarter" idx="12"/>
          </p:nvPr>
        </p:nvSpPr>
        <p:spPr>
          <a:xfrm>
            <a:off x="1204913" y="1548000"/>
            <a:ext cx="10799762" cy="4320000"/>
          </a:xfrm>
        </p:spPr>
        <p:txBody>
          <a:bodyPr/>
          <a:lstStyle>
            <a:lvl1pPr>
              <a:lnSpc>
                <a:spcPct val="112000"/>
              </a:lnSpc>
              <a:defRPr sz="1800">
                <a:latin typeface="Arial" pitchFamily="34" charset="0"/>
                <a:cs typeface="Arial" pitchFamily="34" charset="0"/>
              </a:defRPr>
            </a:lvl1pPr>
            <a:lvl2pPr>
              <a:lnSpc>
                <a:spcPct val="112000"/>
              </a:lnSpc>
              <a:spcBef>
                <a:spcPts val="0"/>
              </a:spcBef>
              <a:defRPr sz="1800">
                <a:latin typeface="Arial" pitchFamily="34" charset="0"/>
                <a:cs typeface="Arial" pitchFamily="34" charset="0"/>
              </a:defRPr>
            </a:lvl2pPr>
            <a:lvl3pPr>
              <a:lnSpc>
                <a:spcPct val="112000"/>
              </a:lnSpc>
              <a:spcBef>
                <a:spcPts val="0"/>
              </a:spcBef>
              <a:defRPr sz="1800">
                <a:latin typeface="Arial" pitchFamily="34" charset="0"/>
                <a:cs typeface="Arial" pitchFamily="34" charset="0"/>
              </a:defRPr>
            </a:lvl3pPr>
            <a:lvl4pPr>
              <a:lnSpc>
                <a:spcPct val="112000"/>
              </a:lnSpc>
              <a:spcBef>
                <a:spcPts val="0"/>
              </a:spcBef>
              <a:defRPr sz="1800">
                <a:latin typeface="Arial" pitchFamily="34" charset="0"/>
                <a:cs typeface="Arial" pitchFamily="34" charset="0"/>
              </a:defRPr>
            </a:lvl4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</p:txBody>
      </p:sp>
      <p:sp>
        <p:nvSpPr>
          <p:cNvPr id="8" name="Textplatzhalter 2"/>
          <p:cNvSpPr>
            <a:spLocks noGrp="1"/>
          </p:cNvSpPr>
          <p:nvPr>
            <p:ph type="body" idx="13"/>
          </p:nvPr>
        </p:nvSpPr>
        <p:spPr>
          <a:xfrm>
            <a:off x="1206000" y="150124"/>
            <a:ext cx="10785474" cy="21516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900" b="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4165A3-ACD9-4AA5-B95A-82DA06B8D41A}" type="datetime1">
              <a:rPr lang="de-DE"/>
              <a:pPr>
                <a:defRPr/>
              </a:pPr>
              <a:t>15.06.26</a:t>
            </a:fld>
            <a:endParaRPr lang="de-DE" dirty="0"/>
          </a:p>
        </p:txBody>
      </p:sp>
      <p:sp>
        <p:nvSpPr>
          <p:cNvPr id="6" name="Foliennummernplatzhalter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Seite </a:t>
            </a:r>
            <a:fld id="{43310F81-32EE-4F95-9E9C-0BDC6AD52EEC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36447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bschnit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platzhalter 1"/>
          <p:cNvSpPr>
            <a:spLocks noGrp="1"/>
          </p:cNvSpPr>
          <p:nvPr>
            <p:ph type="title"/>
          </p:nvPr>
        </p:nvSpPr>
        <p:spPr>
          <a:xfrm>
            <a:off x="1204675" y="3276600"/>
            <a:ext cx="10800000" cy="1356360"/>
          </a:xfrm>
          <a:prstGeom prst="rect">
            <a:avLst/>
          </a:prstGeom>
        </p:spPr>
        <p:txBody>
          <a:bodyPr tIns="0" rtlCol="0">
            <a:noAutofit/>
          </a:bodyPr>
          <a:lstStyle>
            <a:lvl1pPr>
              <a:lnSpc>
                <a:spcPts val="3000"/>
              </a:lnSpc>
              <a:defRPr sz="2600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Bildplatzhalter 2"/>
          <p:cNvSpPr>
            <a:spLocks noGrp="1"/>
          </p:cNvSpPr>
          <p:nvPr>
            <p:ph type="pic" idx="1"/>
          </p:nvPr>
        </p:nvSpPr>
        <p:spPr>
          <a:xfrm>
            <a:off x="1206000" y="72000"/>
            <a:ext cx="10986000" cy="3067152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rtlCol="0">
            <a:normAutofit/>
          </a:bodyPr>
          <a:lstStyle>
            <a:lvl1pPr marL="0" indent="0">
              <a:lnSpc>
                <a:spcPts val="2200"/>
              </a:lnSpc>
              <a:buNone/>
              <a:defRPr sz="1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9" name="Textplatzhalter 3"/>
          <p:cNvSpPr>
            <a:spLocks noGrp="1"/>
          </p:cNvSpPr>
          <p:nvPr>
            <p:ph type="body" sz="quarter" idx="15"/>
          </p:nvPr>
        </p:nvSpPr>
        <p:spPr>
          <a:xfrm>
            <a:off x="1206000" y="4772804"/>
            <a:ext cx="10800000" cy="1031596"/>
          </a:xfrm>
        </p:spPr>
        <p:txBody>
          <a:bodyPr/>
          <a:lstStyle>
            <a:lvl1pPr>
              <a:lnSpc>
                <a:spcPts val="2200"/>
              </a:lnSpc>
              <a:defRPr sz="180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3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F3059C-AC1D-4DB8-B34A-88D05D51CBFD}" type="datetime1">
              <a:rPr lang="de-DE"/>
              <a:pPr>
                <a:defRPr/>
              </a:pPr>
              <a:t>15.06.26</a:t>
            </a:fld>
            <a:endParaRPr lang="de-DE" dirty="0"/>
          </a:p>
        </p:txBody>
      </p:sp>
      <p:sp>
        <p:nvSpPr>
          <p:cNvPr id="6" name="Foliennummernplatzhalter 4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Seite </a:t>
            </a:r>
            <a:fld id="{538D2255-8A42-41C6-B7FD-A8F81B1858ED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954323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tIns="0"/>
          <a:lstStyle>
            <a:lvl1pPr>
              <a:lnSpc>
                <a:spcPct val="100000"/>
              </a:lnSpc>
              <a:defRPr sz="2600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2"/>
          </p:nvPr>
        </p:nvSpPr>
        <p:spPr>
          <a:xfrm>
            <a:off x="1206500" y="1520825"/>
            <a:ext cx="5220000" cy="4356100"/>
          </a:xfrm>
        </p:spPr>
        <p:txBody>
          <a:bodyPr/>
          <a:lstStyle>
            <a:lvl1pPr>
              <a:lnSpc>
                <a:spcPct val="112000"/>
              </a:lnSpc>
              <a:spcAft>
                <a:spcPts val="600"/>
              </a:spcAft>
              <a:defRPr sz="1800"/>
            </a:lvl1pPr>
            <a:lvl2pPr>
              <a:lnSpc>
                <a:spcPct val="112000"/>
              </a:lnSpc>
              <a:spcBef>
                <a:spcPts val="0"/>
              </a:spcBef>
              <a:defRPr sz="1800"/>
            </a:lvl2pPr>
            <a:lvl3pPr>
              <a:lnSpc>
                <a:spcPct val="112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7" name="Inhaltsplatzhalter 5"/>
          <p:cNvSpPr>
            <a:spLocks noGrp="1"/>
          </p:cNvSpPr>
          <p:nvPr>
            <p:ph sz="quarter" idx="13"/>
          </p:nvPr>
        </p:nvSpPr>
        <p:spPr>
          <a:xfrm>
            <a:off x="6816425" y="1520825"/>
            <a:ext cx="5188665" cy="4356100"/>
          </a:xfrm>
        </p:spPr>
        <p:txBody>
          <a:bodyPr/>
          <a:lstStyle>
            <a:lvl1pPr>
              <a:lnSpc>
                <a:spcPct val="112000"/>
              </a:lnSpc>
              <a:spcAft>
                <a:spcPts val="600"/>
              </a:spcAft>
              <a:defRPr/>
            </a:lvl1pPr>
            <a:lvl2pPr>
              <a:lnSpc>
                <a:spcPct val="112000"/>
              </a:lnSpc>
              <a:spcBef>
                <a:spcPts val="0"/>
              </a:spcBef>
              <a:defRPr/>
            </a:lvl2pPr>
            <a:lvl3pPr>
              <a:lnSpc>
                <a:spcPct val="112000"/>
              </a:lnSpc>
              <a:spcBef>
                <a:spcPts val="0"/>
              </a:spcBef>
              <a:defRPr/>
            </a:lvl3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9" name="Textplatzhalter 2"/>
          <p:cNvSpPr>
            <a:spLocks noGrp="1"/>
          </p:cNvSpPr>
          <p:nvPr>
            <p:ph type="body" idx="14"/>
          </p:nvPr>
        </p:nvSpPr>
        <p:spPr>
          <a:xfrm>
            <a:off x="1206000" y="150124"/>
            <a:ext cx="10785474" cy="21516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900" b="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Datumsplatzhalter 3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A3E09-2410-496A-BB81-F15A07FAC31F}" type="datetime1">
              <a:rPr lang="de-DE"/>
              <a:pPr>
                <a:defRPr/>
              </a:pPr>
              <a:t>15.06.26</a:t>
            </a:fld>
            <a:endParaRPr lang="de-DE" dirty="0"/>
          </a:p>
        </p:txBody>
      </p:sp>
      <p:sp>
        <p:nvSpPr>
          <p:cNvPr id="10" name="Foliennummernplatzhalter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Seite </a:t>
            </a:r>
            <a:fld id="{8EAC3D31-108A-4FE9-91B5-F944D4EE38A8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24654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tIns="0"/>
          <a:lstStyle>
            <a:lvl1pPr>
              <a:lnSpc>
                <a:spcPct val="100000"/>
              </a:lnSpc>
              <a:defRPr sz="2600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2"/>
          </p:nvPr>
        </p:nvSpPr>
        <p:spPr>
          <a:xfrm>
            <a:off x="1206500" y="2211185"/>
            <a:ext cx="5220000" cy="3665740"/>
          </a:xfrm>
        </p:spPr>
        <p:txBody>
          <a:bodyPr/>
          <a:lstStyle>
            <a:lvl1pPr>
              <a:lnSpc>
                <a:spcPct val="112000"/>
              </a:lnSpc>
              <a:spcAft>
                <a:spcPts val="400"/>
              </a:spcAft>
              <a:defRPr sz="2000">
                <a:latin typeface="Arial "/>
              </a:defRPr>
            </a:lvl1pPr>
            <a:lvl2pPr>
              <a:lnSpc>
                <a:spcPct val="112000"/>
              </a:lnSpc>
              <a:spcBef>
                <a:spcPts val="0"/>
              </a:spcBef>
              <a:defRPr sz="2000">
                <a:latin typeface="Arial "/>
              </a:defRPr>
            </a:lvl2pPr>
            <a:lvl3pPr>
              <a:lnSpc>
                <a:spcPct val="112000"/>
              </a:lnSpc>
              <a:spcBef>
                <a:spcPts val="0"/>
              </a:spcBef>
              <a:defRPr sz="2000">
                <a:latin typeface="Arial "/>
              </a:defRPr>
            </a:lvl3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7" name="Inhaltsplatzhalter 5"/>
          <p:cNvSpPr>
            <a:spLocks noGrp="1"/>
          </p:cNvSpPr>
          <p:nvPr>
            <p:ph sz="quarter" idx="13"/>
          </p:nvPr>
        </p:nvSpPr>
        <p:spPr>
          <a:xfrm>
            <a:off x="6792149" y="2211185"/>
            <a:ext cx="5220000" cy="3665740"/>
          </a:xfrm>
        </p:spPr>
        <p:txBody>
          <a:bodyPr/>
          <a:lstStyle>
            <a:lvl1pPr>
              <a:lnSpc>
                <a:spcPct val="112000"/>
              </a:lnSpc>
              <a:spcAft>
                <a:spcPts val="400"/>
              </a:spcAft>
              <a:defRPr sz="2000">
                <a:latin typeface="+mj-lt"/>
              </a:defRPr>
            </a:lvl1pPr>
            <a:lvl2pPr>
              <a:lnSpc>
                <a:spcPct val="112000"/>
              </a:lnSpc>
              <a:spcBef>
                <a:spcPts val="0"/>
              </a:spcBef>
              <a:defRPr sz="2000">
                <a:latin typeface="+mj-lt"/>
              </a:defRPr>
            </a:lvl2pPr>
            <a:lvl3pPr>
              <a:lnSpc>
                <a:spcPct val="112000"/>
              </a:lnSpc>
              <a:spcBef>
                <a:spcPts val="0"/>
              </a:spcBef>
              <a:defRPr sz="2000">
                <a:latin typeface="+mj-lt"/>
              </a:defRPr>
            </a:lvl3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8" name="Textplatzhalter 2"/>
          <p:cNvSpPr>
            <a:spLocks noGrp="1"/>
          </p:cNvSpPr>
          <p:nvPr>
            <p:ph type="body" idx="1"/>
          </p:nvPr>
        </p:nvSpPr>
        <p:spPr>
          <a:xfrm>
            <a:off x="1208242" y="1522817"/>
            <a:ext cx="5220000" cy="688368"/>
          </a:xfrm>
        </p:spPr>
        <p:txBody>
          <a:bodyPr/>
          <a:lstStyle>
            <a:lvl1pPr marL="0" indent="0">
              <a:lnSpc>
                <a:spcPct val="112000"/>
              </a:lnSpc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792149" y="1522817"/>
            <a:ext cx="5220000" cy="688368"/>
          </a:xfrm>
        </p:spPr>
        <p:txBody>
          <a:bodyPr/>
          <a:lstStyle>
            <a:lvl1pPr marL="0" indent="0">
              <a:lnSpc>
                <a:spcPct val="112000"/>
              </a:lnSpc>
              <a:spcAft>
                <a:spcPts val="0"/>
              </a:spcAft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" name="Textplatzhalter 2"/>
          <p:cNvSpPr>
            <a:spLocks noGrp="1"/>
          </p:cNvSpPr>
          <p:nvPr>
            <p:ph type="body" idx="14"/>
          </p:nvPr>
        </p:nvSpPr>
        <p:spPr>
          <a:xfrm>
            <a:off x="1206000" y="150124"/>
            <a:ext cx="10785474" cy="21516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900" b="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" name="Datumsplatzhalter 3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DB3B67-7491-4764-8971-75C7656DBFD5}" type="datetime1">
              <a:rPr lang="de-DE"/>
              <a:pPr>
                <a:defRPr/>
              </a:pPr>
              <a:t>15.06.26</a:t>
            </a:fld>
            <a:endParaRPr lang="de-DE" dirty="0"/>
          </a:p>
        </p:txBody>
      </p:sp>
      <p:sp>
        <p:nvSpPr>
          <p:cNvPr id="12" name="Foliennummernplatzhalter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Seite </a:t>
            </a:r>
            <a:fld id="{2C0031C7-9188-4972-9DD4-DD3C320BBBD9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12438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nur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1"/>
          <p:cNvSpPr>
            <a:spLocks noGrp="1"/>
          </p:cNvSpPr>
          <p:nvPr>
            <p:ph type="title"/>
          </p:nvPr>
        </p:nvSpPr>
        <p:spPr>
          <a:xfrm>
            <a:off x="1205090" y="521252"/>
            <a:ext cx="10800000" cy="900000"/>
          </a:xfrm>
        </p:spPr>
        <p:txBody>
          <a:bodyPr tIns="0"/>
          <a:lstStyle>
            <a:lvl1pPr>
              <a:lnSpc>
                <a:spcPct val="100000"/>
              </a:lnSpc>
              <a:defRPr sz="2600" baseline="0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8" name="Textplatzhalter 2"/>
          <p:cNvSpPr>
            <a:spLocks noGrp="1"/>
          </p:cNvSpPr>
          <p:nvPr>
            <p:ph type="body" idx="13"/>
          </p:nvPr>
        </p:nvSpPr>
        <p:spPr>
          <a:xfrm>
            <a:off x="1219201" y="150124"/>
            <a:ext cx="10785474" cy="21516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2955BD-54FA-4358-AB02-34607414E985}" type="datetime1">
              <a:rPr lang="de-DE"/>
              <a:pPr>
                <a:defRPr/>
              </a:pPr>
              <a:t>15.06.26</a:t>
            </a:fld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Seite </a:t>
            </a:r>
            <a:fld id="{065F7AFB-E617-4306-8E77-B348F91DE560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444373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Leer mi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11D003-432A-4126-9774-8DE8781ABB33}" type="datetime1">
              <a:rPr lang="de-DE"/>
              <a:pPr>
                <a:defRPr/>
              </a:pPr>
              <a:t>15.06.26</a:t>
            </a:fld>
            <a:endParaRPr lang="de-DE" dirty="0"/>
          </a:p>
        </p:txBody>
      </p:sp>
      <p:sp>
        <p:nvSpPr>
          <p:cNvPr id="3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Seite </a:t>
            </a:r>
            <a:fld id="{56339FEA-45E0-4CEE-87DD-55B9FB706592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599778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135562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Drei Bilder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ildplatzhalter 2"/>
          <p:cNvSpPr>
            <a:spLocks noGrp="1"/>
          </p:cNvSpPr>
          <p:nvPr>
            <p:ph type="pic" idx="1"/>
          </p:nvPr>
        </p:nvSpPr>
        <p:spPr>
          <a:xfrm>
            <a:off x="1206000" y="1520825"/>
            <a:ext cx="3456000" cy="2747380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rtlCol="0">
            <a:normAutofit/>
          </a:bodyPr>
          <a:lstStyle>
            <a:lvl1pPr marL="0" indent="0">
              <a:lnSpc>
                <a:spcPts val="2200"/>
              </a:lnSpc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28" name="Textplatzhalter 2"/>
          <p:cNvSpPr>
            <a:spLocks noGrp="1"/>
          </p:cNvSpPr>
          <p:nvPr>
            <p:ph type="body" idx="13"/>
          </p:nvPr>
        </p:nvSpPr>
        <p:spPr>
          <a:xfrm>
            <a:off x="1206000" y="4341767"/>
            <a:ext cx="3456000" cy="1224000"/>
          </a:xfrm>
        </p:spPr>
        <p:txBody>
          <a:bodyPr>
            <a:noAutofit/>
          </a:bodyPr>
          <a:lstStyle>
            <a:lvl1pPr marL="0" indent="0">
              <a:lnSpc>
                <a:spcPct val="112000"/>
              </a:lnSpc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4" name="Bildplatzhalter 2"/>
          <p:cNvSpPr>
            <a:spLocks noGrp="1"/>
          </p:cNvSpPr>
          <p:nvPr>
            <p:ph type="pic" idx="14"/>
          </p:nvPr>
        </p:nvSpPr>
        <p:spPr>
          <a:xfrm>
            <a:off x="4893213" y="1520825"/>
            <a:ext cx="3456000" cy="2747380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rtlCol="0">
            <a:normAutofit/>
          </a:bodyPr>
          <a:lstStyle>
            <a:lvl1pPr marL="0" indent="0">
              <a:lnSpc>
                <a:spcPts val="2200"/>
              </a:lnSpc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35" name="Textplatzhalter 2"/>
          <p:cNvSpPr>
            <a:spLocks noGrp="1"/>
          </p:cNvSpPr>
          <p:nvPr>
            <p:ph type="body" idx="15"/>
          </p:nvPr>
        </p:nvSpPr>
        <p:spPr>
          <a:xfrm>
            <a:off x="4893213" y="4341767"/>
            <a:ext cx="3456000" cy="1224000"/>
          </a:xfrm>
        </p:spPr>
        <p:txBody>
          <a:bodyPr>
            <a:noAutofit/>
          </a:bodyPr>
          <a:lstStyle>
            <a:lvl1pPr marL="0" indent="0">
              <a:lnSpc>
                <a:spcPct val="112000"/>
              </a:lnSpc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Bildplatzhalter 2"/>
          <p:cNvSpPr>
            <a:spLocks noGrp="1"/>
          </p:cNvSpPr>
          <p:nvPr>
            <p:ph type="pic" idx="16"/>
          </p:nvPr>
        </p:nvSpPr>
        <p:spPr>
          <a:xfrm>
            <a:off x="8556149" y="1520825"/>
            <a:ext cx="3456000" cy="2747380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rtlCol="0">
            <a:normAutofit/>
          </a:bodyPr>
          <a:lstStyle>
            <a:lvl1pPr marL="0" indent="0">
              <a:lnSpc>
                <a:spcPts val="2200"/>
              </a:lnSpc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9" name="Textplatzhalter 2"/>
          <p:cNvSpPr>
            <a:spLocks noGrp="1"/>
          </p:cNvSpPr>
          <p:nvPr>
            <p:ph type="body" idx="17"/>
          </p:nvPr>
        </p:nvSpPr>
        <p:spPr>
          <a:xfrm>
            <a:off x="8564241" y="4341767"/>
            <a:ext cx="3456000" cy="1224000"/>
          </a:xfrm>
        </p:spPr>
        <p:txBody>
          <a:bodyPr>
            <a:noAutofit/>
          </a:bodyPr>
          <a:lstStyle>
            <a:lvl1pPr marL="0" indent="0">
              <a:lnSpc>
                <a:spcPct val="112000"/>
              </a:lnSpc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3" name="Titel 1"/>
          <p:cNvSpPr>
            <a:spLocks noGrp="1"/>
          </p:cNvSpPr>
          <p:nvPr>
            <p:ph type="title"/>
          </p:nvPr>
        </p:nvSpPr>
        <p:spPr>
          <a:xfrm>
            <a:off x="1205090" y="521252"/>
            <a:ext cx="10800000" cy="900000"/>
          </a:xfrm>
        </p:spPr>
        <p:txBody>
          <a:bodyPr tIns="0"/>
          <a:lstStyle>
            <a:lvl1pPr>
              <a:lnSpc>
                <a:spcPct val="100000"/>
              </a:lnSpc>
              <a:defRPr sz="2600" baseline="0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4" name="Textplatzhalter 2"/>
          <p:cNvSpPr>
            <a:spLocks noGrp="1"/>
          </p:cNvSpPr>
          <p:nvPr>
            <p:ph type="body" idx="20"/>
          </p:nvPr>
        </p:nvSpPr>
        <p:spPr>
          <a:xfrm>
            <a:off x="1206000" y="150124"/>
            <a:ext cx="10785474" cy="21516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" name="Datumsplatzhalter 3"/>
          <p:cNvSpPr>
            <a:spLocks noGrp="1"/>
          </p:cNvSpPr>
          <p:nvPr>
            <p:ph type="dt" sz="half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CF9D63-7010-4FAA-BE3B-4CB189B9794C}" type="datetime1">
              <a:rPr lang="de-DE"/>
              <a:pPr>
                <a:defRPr/>
              </a:pPr>
              <a:t>15.06.26</a:t>
            </a:fld>
            <a:endParaRPr lang="de-DE" dirty="0"/>
          </a:p>
        </p:txBody>
      </p:sp>
      <p:sp>
        <p:nvSpPr>
          <p:cNvPr id="12" name="Foliennummernplatzhalter 4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Seite </a:t>
            </a:r>
            <a:fld id="{53DECBAF-54BF-43CB-A029-D1DF8A041DDD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101247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Sechs Bilder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platzhalter 2"/>
          <p:cNvSpPr>
            <a:spLocks noGrp="1"/>
          </p:cNvSpPr>
          <p:nvPr>
            <p:ph type="body" idx="27"/>
          </p:nvPr>
        </p:nvSpPr>
        <p:spPr>
          <a:xfrm>
            <a:off x="1206000" y="150124"/>
            <a:ext cx="10785474" cy="21516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1" name="Bildplatzhalter 2"/>
          <p:cNvSpPr>
            <a:spLocks noGrp="1"/>
          </p:cNvSpPr>
          <p:nvPr>
            <p:ph type="pic" idx="1"/>
          </p:nvPr>
        </p:nvSpPr>
        <p:spPr>
          <a:xfrm>
            <a:off x="1206000" y="539920"/>
            <a:ext cx="3456000" cy="2196068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rtlCol="0">
            <a:normAutofit/>
          </a:bodyPr>
          <a:lstStyle>
            <a:lvl1pPr marL="0" indent="0">
              <a:lnSpc>
                <a:spcPts val="2200"/>
              </a:lnSpc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22" name="Textplatzhalter 2"/>
          <p:cNvSpPr>
            <a:spLocks noGrp="1"/>
          </p:cNvSpPr>
          <p:nvPr>
            <p:ph type="body" idx="13"/>
          </p:nvPr>
        </p:nvSpPr>
        <p:spPr>
          <a:xfrm>
            <a:off x="1206000" y="2812230"/>
            <a:ext cx="3456000" cy="324000"/>
          </a:xfrm>
        </p:spPr>
        <p:txBody>
          <a:bodyPr>
            <a:noAutofit/>
          </a:bodyPr>
          <a:lstStyle>
            <a:lvl1pPr marL="0" indent="0">
              <a:lnSpc>
                <a:spcPct val="112000"/>
              </a:lnSpc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3" name="Bildplatzhalter 2"/>
          <p:cNvSpPr>
            <a:spLocks noGrp="1"/>
          </p:cNvSpPr>
          <p:nvPr>
            <p:ph type="pic" idx="14"/>
          </p:nvPr>
        </p:nvSpPr>
        <p:spPr>
          <a:xfrm>
            <a:off x="4893213" y="539920"/>
            <a:ext cx="3456000" cy="2196068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rtlCol="0">
            <a:normAutofit/>
          </a:bodyPr>
          <a:lstStyle>
            <a:lvl1pPr marL="0" indent="0">
              <a:lnSpc>
                <a:spcPts val="2200"/>
              </a:lnSpc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24" name="Textplatzhalter 2"/>
          <p:cNvSpPr>
            <a:spLocks noGrp="1"/>
          </p:cNvSpPr>
          <p:nvPr>
            <p:ph type="body" idx="15"/>
          </p:nvPr>
        </p:nvSpPr>
        <p:spPr>
          <a:xfrm>
            <a:off x="4893213" y="2812230"/>
            <a:ext cx="3456000" cy="324000"/>
          </a:xfrm>
        </p:spPr>
        <p:txBody>
          <a:bodyPr>
            <a:noAutofit/>
          </a:bodyPr>
          <a:lstStyle>
            <a:lvl1pPr marL="0" indent="0">
              <a:lnSpc>
                <a:spcPct val="112000"/>
              </a:lnSpc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5" name="Bildplatzhalter 2"/>
          <p:cNvSpPr>
            <a:spLocks noGrp="1"/>
          </p:cNvSpPr>
          <p:nvPr>
            <p:ph type="pic" idx="16"/>
          </p:nvPr>
        </p:nvSpPr>
        <p:spPr>
          <a:xfrm>
            <a:off x="8564241" y="539920"/>
            <a:ext cx="3456000" cy="2196068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rtlCol="0">
            <a:normAutofit/>
          </a:bodyPr>
          <a:lstStyle>
            <a:lvl1pPr marL="0" indent="0">
              <a:lnSpc>
                <a:spcPts val="2200"/>
              </a:lnSpc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26" name="Textplatzhalter 2"/>
          <p:cNvSpPr>
            <a:spLocks noGrp="1"/>
          </p:cNvSpPr>
          <p:nvPr>
            <p:ph type="body" idx="17"/>
          </p:nvPr>
        </p:nvSpPr>
        <p:spPr>
          <a:xfrm>
            <a:off x="8564241" y="2812230"/>
            <a:ext cx="3456000" cy="324000"/>
          </a:xfrm>
        </p:spPr>
        <p:txBody>
          <a:bodyPr>
            <a:noAutofit/>
          </a:bodyPr>
          <a:lstStyle>
            <a:lvl1pPr marL="0" indent="0">
              <a:lnSpc>
                <a:spcPct val="112000"/>
              </a:lnSpc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7" name="Bildplatzhalter 2"/>
          <p:cNvSpPr>
            <a:spLocks noGrp="1"/>
          </p:cNvSpPr>
          <p:nvPr>
            <p:ph type="pic" idx="28"/>
          </p:nvPr>
        </p:nvSpPr>
        <p:spPr>
          <a:xfrm>
            <a:off x="1206000" y="3201819"/>
            <a:ext cx="3456000" cy="2196068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rtlCol="0">
            <a:normAutofit/>
          </a:bodyPr>
          <a:lstStyle>
            <a:lvl1pPr marL="0" indent="0">
              <a:lnSpc>
                <a:spcPts val="2200"/>
              </a:lnSpc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28" name="Textplatzhalter 2"/>
          <p:cNvSpPr>
            <a:spLocks noGrp="1"/>
          </p:cNvSpPr>
          <p:nvPr>
            <p:ph type="body" idx="29"/>
          </p:nvPr>
        </p:nvSpPr>
        <p:spPr>
          <a:xfrm>
            <a:off x="1206000" y="5474129"/>
            <a:ext cx="3456000" cy="324000"/>
          </a:xfrm>
        </p:spPr>
        <p:txBody>
          <a:bodyPr>
            <a:noAutofit/>
          </a:bodyPr>
          <a:lstStyle>
            <a:lvl1pPr marL="0" indent="0">
              <a:lnSpc>
                <a:spcPct val="112000"/>
              </a:lnSpc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9" name="Bildplatzhalter 2"/>
          <p:cNvSpPr>
            <a:spLocks noGrp="1"/>
          </p:cNvSpPr>
          <p:nvPr>
            <p:ph type="pic" idx="30"/>
          </p:nvPr>
        </p:nvSpPr>
        <p:spPr>
          <a:xfrm>
            <a:off x="4890512" y="3201819"/>
            <a:ext cx="3456000" cy="2196068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rtlCol="0">
            <a:normAutofit/>
          </a:bodyPr>
          <a:lstStyle>
            <a:lvl1pPr marL="0" indent="0">
              <a:lnSpc>
                <a:spcPts val="2200"/>
              </a:lnSpc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30" name="Textplatzhalter 2"/>
          <p:cNvSpPr>
            <a:spLocks noGrp="1"/>
          </p:cNvSpPr>
          <p:nvPr>
            <p:ph type="body" idx="31"/>
          </p:nvPr>
        </p:nvSpPr>
        <p:spPr>
          <a:xfrm>
            <a:off x="4890512" y="5474129"/>
            <a:ext cx="3456000" cy="324000"/>
          </a:xfrm>
        </p:spPr>
        <p:txBody>
          <a:bodyPr>
            <a:noAutofit/>
          </a:bodyPr>
          <a:lstStyle>
            <a:lvl1pPr marL="0" indent="0">
              <a:lnSpc>
                <a:spcPct val="112000"/>
              </a:lnSpc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1" name="Bildplatzhalter 2"/>
          <p:cNvSpPr>
            <a:spLocks noGrp="1"/>
          </p:cNvSpPr>
          <p:nvPr>
            <p:ph type="pic" idx="32"/>
          </p:nvPr>
        </p:nvSpPr>
        <p:spPr>
          <a:xfrm>
            <a:off x="8558124" y="3201819"/>
            <a:ext cx="3456000" cy="2196068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rtlCol="0">
            <a:normAutofit/>
          </a:bodyPr>
          <a:lstStyle>
            <a:lvl1pPr marL="0" indent="0">
              <a:lnSpc>
                <a:spcPts val="2200"/>
              </a:lnSpc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32" name="Textplatzhalter 2"/>
          <p:cNvSpPr>
            <a:spLocks noGrp="1"/>
          </p:cNvSpPr>
          <p:nvPr>
            <p:ph type="body" idx="33"/>
          </p:nvPr>
        </p:nvSpPr>
        <p:spPr>
          <a:xfrm>
            <a:off x="8558124" y="5474129"/>
            <a:ext cx="3456000" cy="324000"/>
          </a:xfrm>
        </p:spPr>
        <p:txBody>
          <a:bodyPr>
            <a:noAutofit/>
          </a:bodyPr>
          <a:lstStyle>
            <a:lvl1pPr marL="0" indent="0">
              <a:lnSpc>
                <a:spcPct val="112000"/>
              </a:lnSpc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5" name="Datumsplatzhalter 3"/>
          <p:cNvSpPr>
            <a:spLocks noGrp="1"/>
          </p:cNvSpPr>
          <p:nvPr>
            <p:ph type="dt" sz="half" idx="3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6DA79B-A835-414C-9EF3-36DAC407AD4E}" type="datetime1">
              <a:rPr lang="de-DE"/>
              <a:pPr>
                <a:defRPr/>
              </a:pPr>
              <a:t>15.06.26</a:t>
            </a:fld>
            <a:endParaRPr lang="de-DE" dirty="0"/>
          </a:p>
        </p:txBody>
      </p:sp>
      <p:sp>
        <p:nvSpPr>
          <p:cNvPr id="16" name="Foliennummernplatzhalter 4"/>
          <p:cNvSpPr>
            <a:spLocks noGrp="1"/>
          </p:cNvSpPr>
          <p:nvPr>
            <p:ph type="sldNum" sz="quarter" idx="3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Seite </a:t>
            </a:r>
            <a:fld id="{68BD526D-A506-4272-90FB-C6A2218A9A70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7553638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Relationship Id="rId12" Type="http://schemas.openxmlformats.org/officeDocument/2006/relationships/image" Target="../media/image1.w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elplatzhalter 1"/>
          <p:cNvSpPr>
            <a:spLocks noGrp="1"/>
          </p:cNvSpPr>
          <p:nvPr>
            <p:ph type="title"/>
          </p:nvPr>
        </p:nvSpPr>
        <p:spPr bwMode="auto">
          <a:xfrm>
            <a:off x="1204913" y="520700"/>
            <a:ext cx="10799762" cy="90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dirty="0"/>
              <a:t>Überschrift</a:t>
            </a:r>
          </a:p>
        </p:txBody>
      </p:sp>
      <p:sp>
        <p:nvSpPr>
          <p:cNvPr id="1027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1206500" y="1547813"/>
            <a:ext cx="10799763" cy="4319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dirty="0"/>
              <a:t>Text</a:t>
            </a:r>
          </a:p>
          <a:p>
            <a:pPr lvl="1"/>
            <a:r>
              <a:rPr lang="de-DE" altLang="de-DE" dirty="0"/>
              <a:t>Zweite Ebene</a:t>
            </a:r>
          </a:p>
          <a:p>
            <a:pPr lvl="2"/>
            <a:r>
              <a:rPr lang="de-DE" altLang="de-DE" dirty="0"/>
              <a:t>Dritte Ebene</a:t>
            </a:r>
          </a:p>
          <a:p>
            <a:pPr lvl="3"/>
            <a:r>
              <a:rPr lang="de-DE" altLang="de-DE" dirty="0"/>
              <a:t>Vierte Ebene</a:t>
            </a:r>
          </a:p>
        </p:txBody>
      </p:sp>
      <p:pic>
        <p:nvPicPr>
          <p:cNvPr id="1028" name="Bild 7" descr="Logo_17pt.wmf"/>
          <p:cNvPicPr>
            <a:picLocks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15620" y="6000750"/>
            <a:ext cx="1223467" cy="7114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30" name="Gruppierung 11"/>
          <p:cNvGrpSpPr>
            <a:grpSpLocks/>
          </p:cNvGrpSpPr>
          <p:nvPr/>
        </p:nvGrpSpPr>
        <p:grpSpPr bwMode="auto">
          <a:xfrm>
            <a:off x="1204913" y="0"/>
            <a:ext cx="10991850" cy="71438"/>
            <a:chOff x="903819" y="0"/>
            <a:chExt cx="8244000" cy="108000"/>
          </a:xfrm>
        </p:grpSpPr>
        <p:sp>
          <p:nvSpPr>
            <p:cNvPr id="13" name="Rechteck 12"/>
            <p:cNvSpPr/>
            <p:nvPr/>
          </p:nvSpPr>
          <p:spPr bwMode="auto">
            <a:xfrm>
              <a:off x="903819" y="0"/>
              <a:ext cx="2736094" cy="108000"/>
            </a:xfrm>
            <a:prstGeom prst="rect">
              <a:avLst/>
            </a:prstGeom>
            <a:solidFill>
              <a:srgbClr val="AA0F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e-DE"/>
            </a:p>
          </p:txBody>
        </p:sp>
        <p:sp>
          <p:nvSpPr>
            <p:cNvPr id="14" name="Rechteck 13"/>
            <p:cNvSpPr/>
            <p:nvPr/>
          </p:nvSpPr>
          <p:spPr bwMode="auto">
            <a:xfrm>
              <a:off x="3639913" y="0"/>
              <a:ext cx="2736094" cy="108000"/>
            </a:xfrm>
            <a:prstGeom prst="rect">
              <a:avLst/>
            </a:prstGeom>
            <a:solidFill>
              <a:srgbClr val="D747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e-DE"/>
            </a:p>
          </p:txBody>
        </p:sp>
        <p:sp>
          <p:nvSpPr>
            <p:cNvPr id="15" name="Rechteck 14"/>
            <p:cNvSpPr/>
            <p:nvPr/>
          </p:nvSpPr>
          <p:spPr bwMode="auto">
            <a:xfrm>
              <a:off x="6376006" y="0"/>
              <a:ext cx="2771813" cy="108000"/>
            </a:xfrm>
            <a:prstGeom prst="rect">
              <a:avLst/>
            </a:prstGeom>
            <a:solidFill>
              <a:srgbClr val="901B6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e-DE"/>
            </a:p>
          </p:txBody>
        </p:sp>
      </p:grpSp>
      <p:cxnSp>
        <p:nvCxnSpPr>
          <p:cNvPr id="16" name="Gerade Verbindung 15"/>
          <p:cNvCxnSpPr/>
          <p:nvPr/>
        </p:nvCxnSpPr>
        <p:spPr>
          <a:xfrm>
            <a:off x="1206500" y="5951538"/>
            <a:ext cx="10987088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Datumsplatzhalter 3"/>
          <p:cNvSpPr>
            <a:spLocks noGrp="1"/>
          </p:cNvSpPr>
          <p:nvPr>
            <p:ph type="dt" sz="half" idx="2"/>
          </p:nvPr>
        </p:nvSpPr>
        <p:spPr>
          <a:xfrm>
            <a:off x="1206500" y="6011863"/>
            <a:ext cx="1295400" cy="179387"/>
          </a:xfrm>
          <a:prstGeom prst="rect">
            <a:avLst/>
          </a:prstGeom>
        </p:spPr>
        <p:txBody>
          <a:bodyPr vert="horz" wrap="none" lIns="0" tIns="0" rIns="0" bIns="0" rtlCol="0" anchor="t"/>
          <a:lstStyle>
            <a:lvl1pPr algn="l" fontAlgn="auto">
              <a:spcBef>
                <a:spcPts val="0"/>
              </a:spcBef>
              <a:spcAft>
                <a:spcPts val="0"/>
              </a:spcAft>
              <a:defRPr sz="9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E1170B00-7008-4535-A03C-5ED584CA80EB}" type="datetime1">
              <a:rPr lang="de-DE"/>
              <a:pPr>
                <a:defRPr/>
              </a:pPr>
              <a:t>15.06.26</a:t>
            </a:fld>
            <a:endParaRPr lang="de-DE" dirty="0"/>
          </a:p>
        </p:txBody>
      </p:sp>
      <p:sp>
        <p:nvSpPr>
          <p:cNvPr id="18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1206500" y="6361113"/>
            <a:ext cx="1295400" cy="214312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9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de-DE"/>
              <a:t>Seite </a:t>
            </a:r>
            <a:fld id="{297CD77D-B4CD-4177-B2B6-FFDA7A317B1C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  <p:sp>
        <p:nvSpPr>
          <p:cNvPr id="19" name="Fußzeilenplatzhalter 3">
            <a:extLst>
              <a:ext uri="{FF2B5EF4-FFF2-40B4-BE49-F238E27FC236}">
                <a16:creationId xmlns:a16="http://schemas.microsoft.com/office/drawing/2014/main" id="{393FBCB6-964B-4911-B2D6-F34720DDF262}"/>
              </a:ext>
            </a:extLst>
          </p:cNvPr>
          <p:cNvSpPr txBox="1">
            <a:spLocks/>
          </p:cNvSpPr>
          <p:nvPr userDrawn="1"/>
        </p:nvSpPr>
        <p:spPr>
          <a:xfrm>
            <a:off x="2663031" y="6011863"/>
            <a:ext cx="3941763" cy="549275"/>
          </a:xfrm>
          <a:prstGeom prst="rect">
            <a:avLst/>
          </a:prstGeom>
        </p:spPr>
        <p:txBody>
          <a:bodyPr wrap="none" lIns="0" tIns="0" rIns="0" bIns="0"/>
          <a:lstStyle>
            <a:defPPr>
              <a:defRPr lang="de-DE"/>
            </a:defPPr>
            <a:lvl1pPr algn="l" rtl="0" fontAlgn="base">
              <a:lnSpc>
                <a:spcPts val="1500"/>
              </a:lnSpc>
              <a:spcBef>
                <a:spcPct val="0"/>
              </a:spcBef>
              <a:spcAft>
                <a:spcPct val="0"/>
              </a:spcAft>
              <a:defRPr kumimoji="1" sz="1200" b="1" i="0" kern="1200">
                <a:solidFill>
                  <a:srgbClr val="141313"/>
                </a:solidFill>
                <a:latin typeface="Arial"/>
                <a:ea typeface="ＭＳ Ｐゴシック" charset="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5pPr>
            <a:lvl6pPr marL="22860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6pPr>
            <a:lvl7pPr marL="27432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7pPr>
            <a:lvl8pPr marL="32004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8pPr>
            <a:lvl9pPr marL="36576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9pPr>
          </a:lstStyle>
          <a:p>
            <a:pPr>
              <a:lnSpc>
                <a:spcPct val="100000"/>
              </a:lnSpc>
              <a:spcAft>
                <a:spcPts val="600"/>
              </a:spcAft>
              <a:defRPr/>
            </a:pPr>
            <a:endParaRPr lang="de-DE" sz="900" b="0" dirty="0">
              <a:solidFill>
                <a:schemeClr val="tx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25" r:id="rId8"/>
    <p:sldLayoutId id="2147483714" r:id="rId9"/>
    <p:sldLayoutId id="2147483715" r:id="rId10"/>
  </p:sldLayoutIdLst>
  <p:hf hdr="0" ftr="0"/>
  <p:txStyles>
    <p:titleStyle>
      <a:lvl1pPr algn="l" defTabSz="457200" rtl="0" eaLnBrk="1" fontAlgn="base" hangingPunct="1">
        <a:lnSpc>
          <a:spcPts val="2800"/>
        </a:lnSpc>
        <a:spcBef>
          <a:spcPct val="0"/>
        </a:spcBef>
        <a:spcAft>
          <a:spcPct val="0"/>
        </a:spcAft>
        <a:defRPr sz="2600" b="1" kern="1200">
          <a:solidFill>
            <a:schemeClr val="tx1"/>
          </a:solidFill>
          <a:latin typeface="Arial"/>
          <a:ea typeface="+mj-ea"/>
          <a:cs typeface="+mj-cs"/>
        </a:defRPr>
      </a:lvl1pPr>
      <a:lvl2pPr algn="l" defTabSz="457200" rtl="0" eaLnBrk="1" fontAlgn="base" hangingPunct="1">
        <a:lnSpc>
          <a:spcPts val="28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pitchFamily="34" charset="0"/>
        </a:defRPr>
      </a:lvl2pPr>
      <a:lvl3pPr algn="l" defTabSz="457200" rtl="0" eaLnBrk="1" fontAlgn="base" hangingPunct="1">
        <a:lnSpc>
          <a:spcPts val="28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pitchFamily="34" charset="0"/>
        </a:defRPr>
      </a:lvl3pPr>
      <a:lvl4pPr algn="l" defTabSz="457200" rtl="0" eaLnBrk="1" fontAlgn="base" hangingPunct="1">
        <a:lnSpc>
          <a:spcPts val="28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pitchFamily="34" charset="0"/>
        </a:defRPr>
      </a:lvl4pPr>
      <a:lvl5pPr algn="l" defTabSz="457200" rtl="0" eaLnBrk="1" fontAlgn="base" hangingPunct="1">
        <a:lnSpc>
          <a:spcPts val="28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pitchFamily="34" charset="0"/>
        </a:defRPr>
      </a:lvl5pPr>
      <a:lvl6pPr marL="457200" algn="l" defTabSz="457200" rtl="0" eaLnBrk="1" fontAlgn="base" hangingPunct="1">
        <a:lnSpc>
          <a:spcPts val="28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pitchFamily="34" charset="0"/>
        </a:defRPr>
      </a:lvl6pPr>
      <a:lvl7pPr marL="914400" algn="l" defTabSz="457200" rtl="0" eaLnBrk="1" fontAlgn="base" hangingPunct="1">
        <a:lnSpc>
          <a:spcPts val="28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pitchFamily="34" charset="0"/>
        </a:defRPr>
      </a:lvl7pPr>
      <a:lvl8pPr marL="1371600" algn="l" defTabSz="457200" rtl="0" eaLnBrk="1" fontAlgn="base" hangingPunct="1">
        <a:lnSpc>
          <a:spcPts val="28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pitchFamily="34" charset="0"/>
        </a:defRPr>
      </a:lvl8pPr>
      <a:lvl9pPr marL="1828800" algn="l" defTabSz="457200" rtl="0" eaLnBrk="1" fontAlgn="base" hangingPunct="1">
        <a:lnSpc>
          <a:spcPts val="28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pitchFamily="34" charset="0"/>
        </a:defRPr>
      </a:lvl9pPr>
    </p:titleStyle>
    <p:bodyStyle>
      <a:lvl1pPr algn="l" defTabSz="457200" rtl="0" eaLnBrk="1" fontAlgn="base" hangingPunct="1">
        <a:lnSpc>
          <a:spcPct val="112000"/>
        </a:lnSpc>
        <a:spcBef>
          <a:spcPct val="0"/>
        </a:spcBef>
        <a:spcAft>
          <a:spcPts val="600"/>
        </a:spcAft>
        <a:defRPr sz="1800" kern="1200">
          <a:solidFill>
            <a:schemeClr val="tx1"/>
          </a:solidFill>
          <a:latin typeface="Arial"/>
          <a:ea typeface="+mn-ea"/>
          <a:cs typeface="+mn-cs"/>
        </a:defRPr>
      </a:lvl1pPr>
      <a:lvl2pPr marL="357188" indent="-171450" algn="l" defTabSz="457200" rtl="0" eaLnBrk="1" fontAlgn="base" hangingPunct="1">
        <a:lnSpc>
          <a:spcPct val="112000"/>
        </a:lnSpc>
        <a:spcBef>
          <a:spcPts val="6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541338" indent="-185738" algn="l" defTabSz="457200" rtl="0" eaLnBrk="1" fontAlgn="base" hangingPunct="1">
        <a:lnSpc>
          <a:spcPct val="112000"/>
        </a:lnSpc>
        <a:spcBef>
          <a:spcPts val="4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1800" kern="1200">
          <a:solidFill>
            <a:schemeClr val="tx1"/>
          </a:solidFill>
          <a:latin typeface="Arial"/>
          <a:ea typeface="+mn-ea"/>
          <a:cs typeface="+mn-cs"/>
        </a:defRPr>
      </a:lvl3pPr>
      <a:lvl4pPr marL="714375" indent="-171450" algn="l" defTabSz="457200" rtl="0" eaLnBrk="1" fontAlgn="base" hangingPunct="1">
        <a:lnSpc>
          <a:spcPct val="112000"/>
        </a:lnSpc>
        <a:spcBef>
          <a:spcPts val="500"/>
        </a:spcBef>
        <a:spcAft>
          <a:spcPct val="0"/>
        </a:spcAft>
        <a:buClr>
          <a:srgbClr val="9D167A"/>
        </a:buClr>
        <a:buFont typeface="Wingdings" pitchFamily="2" charset="2"/>
        <a:buChar char="§"/>
        <a:defRPr sz="1800" kern="1200">
          <a:solidFill>
            <a:schemeClr val="tx1"/>
          </a:solidFill>
          <a:latin typeface="Arial"/>
          <a:ea typeface="+mn-ea"/>
          <a:cs typeface="+mn-cs"/>
        </a:defRPr>
      </a:lvl4pPr>
      <a:lvl5pPr marL="1074738" indent="-177800" algn="l" defTabSz="457200" rtl="0" eaLnBrk="1" fontAlgn="base" hangingPunct="1">
        <a:lnSpc>
          <a:spcPts val="1600"/>
        </a:lnSpc>
        <a:spcBef>
          <a:spcPts val="500"/>
        </a:spcBef>
        <a:spcAft>
          <a:spcPct val="0"/>
        </a:spcAft>
        <a:buFont typeface="Symbol" pitchFamily="18" charset="2"/>
        <a:buChar char="-"/>
        <a:defRPr sz="2000" kern="1200">
          <a:solidFill>
            <a:schemeClr val="tx1"/>
          </a:solidFill>
          <a:latin typeface="Arial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slideLayout" Target="../slideLayouts/slideLayout2.xml"/><Relationship Id="rId3" Type="http://schemas.openxmlformats.org/officeDocument/2006/relationships/image" Target="../media/image2.svg"/><Relationship Id="rId4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5" name="Foliennummernplatzhalter 7"/>
          <p:cNvSpPr>
            <a:spLocks noGrp="1"/>
          </p:cNvSpPr>
          <p:nvPr>
            <p:ph type="sldNum" sz="quarter" idx="17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de-DE" altLang="de-DE"/>
              <a:t>Seite </a:t>
            </a:r>
            <a:fld id="{5900BCAD-2E4D-452E-971A-E255ED365B22}" type="slidenum">
              <a:rPr lang="de-DE" altLang="de-DE"/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de-DE" altLang="de-DE"/>
          </a:p>
        </p:txBody>
      </p:sp>
      <p:sp>
        <p:nvSpPr>
          <p:cNvPr id="5126" name="Datumsplatzhalter 1"/>
          <p:cNvSpPr>
            <a:spLocks noGrp="1"/>
          </p:cNvSpPr>
          <p:nvPr>
            <p:ph type="dt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B990076B-F39E-40B9-97AC-FE94D5699198}" type="datetime1">
              <a:rPr lang="de-DE" altLang="de-DE"/>
              <a:pPr fontAlgn="base">
                <a:spcBef>
                  <a:spcPct val="0"/>
                </a:spcBef>
                <a:spcAft>
                  <a:spcPct val="0"/>
                </a:spcAft>
              </a:pPr>
              <a:t>15.06.26</a:t>
            </a:fld>
            <a:endParaRPr lang="de-DE" altLang="de-DE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14B6DE49-2655-A87C-016C-7591C49E3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9878" y="1046061"/>
            <a:ext cx="10800000" cy="1465823"/>
          </a:xfrm>
        </p:spPr>
        <p:txBody>
          <a:bodyPr/>
          <a:lstStyle/>
          <a:p>
            <a:r>
              <a:rPr lang="de-DE" dirty="0"/>
              <a:t>Automatisierte datengetriebene Analyse der</a:t>
            </a:r>
            <a:br>
              <a:rPr lang="de-DE" dirty="0"/>
            </a:br>
            <a:r>
              <a:rPr lang="de-DE" dirty="0"/>
              <a:t>Renditeperformance basierend auf dem Peter-</a:t>
            </a:r>
            <a:br>
              <a:rPr lang="de-DE" dirty="0"/>
            </a:br>
            <a:r>
              <a:rPr lang="de-DE" dirty="0"/>
              <a:t>Lynch-Ansatz</a:t>
            </a:r>
            <a:br>
              <a:rPr lang="de-DE" altLang="de-DE" sz="2800" dirty="0">
                <a:latin typeface="Arial" pitchFamily="34" charset="0"/>
              </a:rPr>
            </a:br>
            <a:endParaRPr lang="de-DE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30728FFE-2FAD-95C4-CBF5-680681C1BA2D}"/>
              </a:ext>
            </a:extLst>
          </p:cNvPr>
          <p:cNvSpPr txBox="1"/>
          <p:nvPr/>
        </p:nvSpPr>
        <p:spPr>
          <a:xfrm>
            <a:off x="1206500" y="2798107"/>
            <a:ext cx="578423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dirty="0"/>
              <a:t>vorgelegt von</a:t>
            </a:r>
            <a:r>
              <a:rPr lang="de-DE" altLang="de-DE" sz="2000" dirty="0"/>
              <a:t>: Carlo Sebastian Beck</a:t>
            </a:r>
            <a:endParaRPr lang="de-DE" sz="2000" dirty="0"/>
          </a:p>
          <a:p>
            <a:r>
              <a:rPr lang="de-DE" sz="2000" dirty="0"/>
              <a:t>Matrikel-Nr.: 11161132</a:t>
            </a:r>
          </a:p>
          <a:p>
            <a:r>
              <a:rPr lang="de-DE" sz="2000" dirty="0"/>
              <a:t>Studiengang: Wirtschaftsinformatik</a:t>
            </a:r>
          </a:p>
          <a:p>
            <a:endParaRPr lang="de-DE" sz="2000" dirty="0"/>
          </a:p>
          <a:p>
            <a:r>
              <a:rPr lang="de-DE" sz="2000" dirty="0"/>
              <a:t>eingereicht bei: Prof. Dr. Johann Schaible</a:t>
            </a:r>
          </a:p>
          <a:p>
            <a:r>
              <a:rPr lang="de-DE" sz="2000" dirty="0"/>
              <a:t>Zweitgutachter*in: Prof. Dr. Gernot Heisenberg</a:t>
            </a:r>
          </a:p>
          <a:p>
            <a:endParaRPr lang="de-DE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61CE12-C006-4BC2-AC19-1B2889E9FF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0425" y="403674"/>
            <a:ext cx="10799762" cy="900113"/>
          </a:xfrm>
        </p:spPr>
        <p:txBody>
          <a:bodyPr/>
          <a:lstStyle/>
          <a:p>
            <a:pPr algn="ctr"/>
            <a:r>
              <a:rPr lang="de-DE" sz="3000" dirty="0"/>
              <a:t>Motivation &amp; Forschungsfragen</a:t>
            </a:r>
            <a:endParaRPr lang="en-DE" sz="3000" dirty="0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B0DA9AA-9003-414A-B33E-90633BA255E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7E4165A3-ACD9-4AA5-B95A-82DA06B8D41A}" type="datetime1">
              <a:rPr lang="de-DE" smtClean="0"/>
              <a:pPr>
                <a:defRPr/>
              </a:pPr>
              <a:t>15.06.26</a:t>
            </a:fld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2C73487-6ADA-4FD4-974D-2422BF32803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Seite </a:t>
            </a:r>
            <a:fld id="{43310F81-32EE-4F95-9E9C-0BDC6AD52EEC}" type="slidenum">
              <a:rPr lang="de-DE" smtClean="0"/>
              <a:pPr>
                <a:defRPr/>
              </a:pPr>
              <a:t>2</a:t>
            </a:fld>
            <a:endParaRPr lang="de-DE"/>
          </a:p>
        </p:txBody>
      </p:sp>
      <p:grpSp>
        <p:nvGrpSpPr>
          <p:cNvPr id="56" name="Gruppieren 55">
            <a:extLst>
              <a:ext uri="{FF2B5EF4-FFF2-40B4-BE49-F238E27FC236}">
                <a16:creationId xmlns:a16="http://schemas.microsoft.com/office/drawing/2014/main" id="{7CAA8BD0-E8FD-2598-5251-6B9347255AB5}"/>
              </a:ext>
            </a:extLst>
          </p:cNvPr>
          <p:cNvGrpSpPr/>
          <p:nvPr/>
        </p:nvGrpSpPr>
        <p:grpSpPr>
          <a:xfrm>
            <a:off x="8482182" y="988914"/>
            <a:ext cx="3188475" cy="3887704"/>
            <a:chOff x="8308877" y="1168842"/>
            <a:chExt cx="3188475" cy="3887704"/>
          </a:xfrm>
        </p:grpSpPr>
        <p:sp>
          <p:nvSpPr>
            <p:cNvPr id="15" name="Abgerundetes Rechteck 14">
              <a:extLst>
                <a:ext uri="{FF2B5EF4-FFF2-40B4-BE49-F238E27FC236}">
                  <a16:creationId xmlns:a16="http://schemas.microsoft.com/office/drawing/2014/main" id="{554DD3AE-A7A3-911C-DDAA-9B58AA0126AD}"/>
                </a:ext>
              </a:extLst>
            </p:cNvPr>
            <p:cNvSpPr/>
            <p:nvPr/>
          </p:nvSpPr>
          <p:spPr>
            <a:xfrm>
              <a:off x="8308879" y="1184261"/>
              <a:ext cx="3188473" cy="3872285"/>
            </a:xfrm>
            <a:prstGeom prst="roundRect">
              <a:avLst>
                <a:gd name="adj" fmla="val 2951"/>
              </a:avLst>
            </a:prstGeom>
            <a:solidFill>
              <a:schemeClr val="bg1"/>
            </a:solidFill>
            <a:ln w="6350">
              <a:solidFill>
                <a:schemeClr val="tx2"/>
              </a:solidFill>
            </a:ln>
            <a:effectLst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de-DE" sz="1600" dirty="0"/>
            </a:p>
            <a:p>
              <a:endParaRPr lang="de-DE" sz="1600" dirty="0"/>
            </a:p>
            <a:p>
              <a:endParaRPr lang="de-DE" sz="1600" dirty="0"/>
            </a:p>
            <a:p>
              <a:endParaRPr lang="de-DE" sz="1600" dirty="0"/>
            </a:p>
            <a:p>
              <a:endParaRPr lang="de-DE" sz="1600" dirty="0"/>
            </a:p>
            <a:p>
              <a:endParaRPr lang="de-DE" sz="1600" dirty="0"/>
            </a:p>
            <a:p>
              <a:pPr marL="311150" indent="-301625"/>
              <a:r>
                <a:rPr lang="de-DE" sz="1400" b="1" dirty="0"/>
                <a:t>F1: </a:t>
              </a:r>
              <a:r>
                <a:rPr lang="de-DE" sz="1400" dirty="0"/>
                <a:t>Wie praktikabel und reproduzierbar ist die Umsetzung?</a:t>
              </a:r>
            </a:p>
            <a:p>
              <a:endParaRPr lang="de-DE" sz="1400" dirty="0"/>
            </a:p>
            <a:p>
              <a:pPr marL="311150" indent="-311150"/>
              <a:r>
                <a:rPr lang="de-DE" sz="1400" b="1" dirty="0"/>
                <a:t>F2: </a:t>
              </a:r>
              <a:r>
                <a:rPr lang="de-DE" sz="1400" dirty="0"/>
                <a:t>Wie entwickelt sich die Performance gegenüber Referenzstrategien?</a:t>
              </a:r>
            </a:p>
            <a:p>
              <a:endParaRPr lang="de-DE" sz="1400" dirty="0"/>
            </a:p>
            <a:p>
              <a:pPr marL="311150" indent="-301625"/>
              <a:r>
                <a:rPr lang="de-DE" sz="1400" b="1" dirty="0"/>
                <a:t>F3: </a:t>
              </a:r>
              <a:r>
                <a:rPr lang="de-DE" sz="1400" dirty="0"/>
                <a:t>Welchen Einfluss haben Steuern und Umschichtungen?</a:t>
              </a:r>
            </a:p>
          </p:txBody>
        </p:sp>
        <p:sp>
          <p:nvSpPr>
            <p:cNvPr id="17" name="Rechteck 16">
              <a:extLst>
                <a:ext uri="{FF2B5EF4-FFF2-40B4-BE49-F238E27FC236}">
                  <a16:creationId xmlns:a16="http://schemas.microsoft.com/office/drawing/2014/main" id="{98940C73-04A8-D12F-9BF6-08FD4A009091}"/>
                </a:ext>
              </a:extLst>
            </p:cNvPr>
            <p:cNvSpPr/>
            <p:nvPr/>
          </p:nvSpPr>
          <p:spPr>
            <a:xfrm>
              <a:off x="8308877" y="1168842"/>
              <a:ext cx="3188473" cy="368915"/>
            </a:xfrm>
            <a:prstGeom prst="rect">
              <a:avLst/>
            </a:prstGeom>
            <a:solidFill>
              <a:schemeClr val="accent3"/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de-DE" dirty="0"/>
            </a:p>
          </p:txBody>
        </p:sp>
        <p:grpSp>
          <p:nvGrpSpPr>
            <p:cNvPr id="39" name="Gruppieren 38">
              <a:extLst>
                <a:ext uri="{FF2B5EF4-FFF2-40B4-BE49-F238E27FC236}">
                  <a16:creationId xmlns:a16="http://schemas.microsoft.com/office/drawing/2014/main" id="{06F98FD3-93AB-D1B0-3998-7C003837EBD4}"/>
                </a:ext>
              </a:extLst>
            </p:cNvPr>
            <p:cNvGrpSpPr/>
            <p:nvPr/>
          </p:nvGrpSpPr>
          <p:grpSpPr>
            <a:xfrm>
              <a:off x="9479605" y="1647815"/>
              <a:ext cx="841389" cy="702516"/>
              <a:chOff x="7156935" y="88986"/>
              <a:chExt cx="821597" cy="772797"/>
            </a:xfrm>
          </p:grpSpPr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4F8CD741-23B2-79A1-6A46-78FF5CD73B6B}"/>
                  </a:ext>
                </a:extLst>
              </p:cNvPr>
              <p:cNvSpPr/>
              <p:nvPr/>
            </p:nvSpPr>
            <p:spPr>
              <a:xfrm>
                <a:off x="7156935" y="88986"/>
                <a:ext cx="821597" cy="772797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</a:ln>
              <a:effectLst/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endParaRPr lang="de-DE"/>
              </a:p>
            </p:txBody>
          </p:sp>
          <p:pic>
            <p:nvPicPr>
              <p:cNvPr id="34" name="Grafik 33" descr="Lupe Silhouette">
                <a:extLst>
                  <a:ext uri="{FF2B5EF4-FFF2-40B4-BE49-F238E27FC236}">
                    <a16:creationId xmlns:a16="http://schemas.microsoft.com/office/drawing/2014/main" id="{54E04A89-D5EA-9410-B3C3-AF3A1306649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7244477" y="123846"/>
                <a:ext cx="646514" cy="646514"/>
              </a:xfrm>
              <a:prstGeom prst="rect">
                <a:avLst/>
              </a:prstGeom>
            </p:spPr>
          </p:pic>
        </p:grpSp>
        <p:sp>
          <p:nvSpPr>
            <p:cNvPr id="41" name="Textfeld 40">
              <a:extLst>
                <a:ext uri="{FF2B5EF4-FFF2-40B4-BE49-F238E27FC236}">
                  <a16:creationId xmlns:a16="http://schemas.microsoft.com/office/drawing/2014/main" id="{EA989541-EEEF-B831-164E-91143C11ACC1}"/>
                </a:ext>
              </a:extLst>
            </p:cNvPr>
            <p:cNvSpPr txBox="1"/>
            <p:nvPr/>
          </p:nvSpPr>
          <p:spPr>
            <a:xfrm rot="10800000" flipV="1">
              <a:off x="8845440" y="2375273"/>
              <a:ext cx="228632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2000" b="1" dirty="0">
                  <a:solidFill>
                    <a:schemeClr val="accent3"/>
                  </a:solidFill>
                </a:rPr>
                <a:t>Forschungsfrage</a:t>
              </a:r>
            </a:p>
            <a:p>
              <a:endParaRPr lang="de-DE" sz="2000" dirty="0" err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53" name="Gerade Verbindung 52">
              <a:extLst>
                <a:ext uri="{FF2B5EF4-FFF2-40B4-BE49-F238E27FC236}">
                  <a16:creationId xmlns:a16="http://schemas.microsoft.com/office/drawing/2014/main" id="{0BDE0BD7-B7A5-1FBB-2D72-E93AE66E31D7}"/>
                </a:ext>
              </a:extLst>
            </p:cNvPr>
            <p:cNvCxnSpPr/>
            <p:nvPr/>
          </p:nvCxnSpPr>
          <p:spPr>
            <a:xfrm>
              <a:off x="8563896" y="2782530"/>
              <a:ext cx="2487562" cy="0"/>
            </a:xfrm>
            <a:prstGeom prst="line">
              <a:avLst/>
            </a:prstGeom>
            <a:ln w="12700">
              <a:solidFill>
                <a:schemeClr val="bg2"/>
              </a:solidFill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9" name="Abgerundetes Rechteck 58">
            <a:extLst>
              <a:ext uri="{FF2B5EF4-FFF2-40B4-BE49-F238E27FC236}">
                <a16:creationId xmlns:a16="http://schemas.microsoft.com/office/drawing/2014/main" id="{E28337B9-BA34-6985-811C-D7ADCA9800E8}"/>
              </a:ext>
            </a:extLst>
          </p:cNvPr>
          <p:cNvSpPr/>
          <p:nvPr/>
        </p:nvSpPr>
        <p:spPr>
          <a:xfrm>
            <a:off x="2612803" y="5023081"/>
            <a:ext cx="7089058" cy="771269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400" b="1" dirty="0"/>
              <a:t>Ziel der Arbeit: </a:t>
            </a:r>
          </a:p>
          <a:p>
            <a:pPr algn="ctr"/>
            <a:r>
              <a:rPr lang="de-DE" sz="1400" dirty="0"/>
              <a:t>Die Entwicklung einer datengetriebenen Analyseumgebung zur standardisierten Lynch-Klassifikation und Portfoliobewertung.</a:t>
            </a:r>
          </a:p>
        </p:txBody>
      </p:sp>
      <p:graphicFrame>
        <p:nvGraphicFramePr>
          <p:cNvPr id="3" name="Diagramm 2">
            <a:extLst>
              <a:ext uri="{FF2B5EF4-FFF2-40B4-BE49-F238E27FC236}">
                <a16:creationId xmlns:a16="http://schemas.microsoft.com/office/drawing/2014/main" id="{D2A40BA4-0C83-01B4-7E9D-0C378637FDC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86618504"/>
              </p:ext>
            </p:extLst>
          </p:nvPr>
        </p:nvGraphicFramePr>
        <p:xfrm>
          <a:off x="221336" y="936841"/>
          <a:ext cx="8120074" cy="39327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58757096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1188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B5563"/>
                </a:solidFill>
              </a:defRPr>
            </a:pPr>
            <a:r>
              <a:t>15.06.26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8138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11827"/>
                </a:solidFill>
              </a:defRPr>
            </a:pPr>
            <a:r>
              <a:t>Top 10 Todesursachen 2019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87552"/>
            <a:ext cx="79552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B5563"/>
                </a:solidFill>
              </a:defRPr>
            </a:pPr>
            <a:r>
              <a:t>Rangfolge nach Gesamtzahl der Todesfälle je Todesursachen-Kategorie.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83879" y="653796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4B5563"/>
                </a:solidFill>
              </a:defRPr>
            </a:pPr>
            <a:r>
              <a:t>Seite 3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85800" y="1325880"/>
          <a:ext cx="8138160" cy="4663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617220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B5563"/>
                </a:solidFill>
              </a:defRPr>
            </a:pPr>
            <a:r>
              <a:t>Hinweis: Die Darstellung basiert auf den aggregierten „Insgesamt“-Spalten der Excel-Datei.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1188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B5563"/>
                </a:solidFill>
              </a:defRPr>
            </a:pPr>
            <a:r>
              <a:t>15.06.26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8138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11827"/>
                </a:solidFill>
              </a:defRPr>
            </a:pPr>
            <a:r>
              <a:t>Altersverteilung der Todesfälle 2019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87552"/>
            <a:ext cx="79552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B5563"/>
                </a:solidFill>
              </a:defRPr>
            </a:pPr>
            <a:r>
              <a:t>Summe aller Todesursachen je Altersgruppe.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83879" y="653796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4B5563"/>
                </a:solidFill>
              </a:defRPr>
            </a:pPr>
            <a:r>
              <a:t>Seite 4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40080" y="1325880"/>
          <a:ext cx="8229600" cy="4663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617220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B5563"/>
                </a:solidFill>
              </a:defRPr>
            </a:pPr>
            <a:r>
              <a:t>Die höheren Altersgruppen dominieren die Gesamtverteilung deutlich.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1188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B5563"/>
                </a:solidFill>
              </a:defRPr>
            </a:pPr>
            <a:r>
              <a:t>15.06.26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8138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11827"/>
                </a:solidFill>
              </a:defRPr>
            </a:pPr>
            <a:r>
              <a:t>Geschlechtervergleich bei führenden Ursachen 2019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87552"/>
            <a:ext cx="79552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B5563"/>
                </a:solidFill>
              </a:defRPr>
            </a:pPr>
            <a:r>
              <a:t>Männliche und weibliche Todesfälle für die acht größten Kategorien.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83879" y="653796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4B5563"/>
                </a:solidFill>
              </a:defRPr>
            </a:pPr>
            <a:r>
              <a:t>Seite 5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40080" y="1325880"/>
          <a:ext cx="8229600" cy="4663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617220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B5563"/>
                </a:solidFill>
              </a:defRPr>
            </a:pPr>
            <a:r>
              <a:t>Basis: getrennte Alters-/Geschlechtsspalten der Excel-Datei; unbekannte Altersangaben wurden der männlichen Gruppe nicht separat visualisiert.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1188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B5563"/>
                </a:solidFill>
              </a:defRPr>
            </a:pPr>
            <a:r>
              <a:t>15.06.26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8138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11827"/>
                </a:solidFill>
              </a:defRPr>
            </a:pPr>
            <a:r>
              <a:t>Anteil zentraler Obergruppen 2019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87552"/>
            <a:ext cx="79552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B5563"/>
                </a:solidFill>
              </a:defRPr>
            </a:pPr>
            <a:r>
              <a:t>Ausgewählte ICD-Obergruppen im Verhältnis zueinander.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83879" y="653796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4B5563"/>
                </a:solidFill>
              </a:defRPr>
            </a:pPr>
            <a:r>
              <a:t>Seite 6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868680" y="1325880"/>
          <a:ext cx="713232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617220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B5563"/>
                </a:solidFill>
              </a:defRPr>
            </a:pPr>
            <a:r>
              <a:t>Nur ausgewählte Obergruppen; Unterkategorien wurden hier bewusst nicht zusätzlich addiert, um Doppelzählungen zu vermeiden.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1188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B5563"/>
                </a:solidFill>
              </a:defRPr>
            </a:pPr>
            <a:r>
              <a:t>15.06.26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8138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11827"/>
                </a:solidFill>
              </a:defRPr>
            </a:pPr>
            <a:r>
              <a:t>Kernaussagen aus den Diagrammen 2019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87552"/>
            <a:ext cx="79552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B5563"/>
                </a:solidFill>
              </a:defRPr>
            </a:pPr>
            <a:r>
              <a:t>Zusammenfassung der wichtigsten Muster in den Daten.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83879" y="653796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4B5563"/>
                </a:solidFill>
              </a:defRPr>
            </a:pPr>
            <a:r>
              <a:t>Seite 7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508760"/>
            <a:ext cx="3840480" cy="1417320"/>
          </a:xfrm>
          <a:prstGeom prst="rect">
            <a:avLst/>
          </a:prstGeom>
          <a:solidFill>
            <a:srgbClr val="F8FAFC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200" b="1">
                <a:solidFill>
                  <a:srgbClr val="374151"/>
                </a:solidFill>
              </a:defRPr>
            </a:pPr>
            <a:r>
              <a:t>Gesamt</a:t>
            </a:r>
          </a:p>
          <a:p>
            <a:pPr>
              <a:defRPr sz="2400" b="1">
                <a:solidFill>
                  <a:srgbClr val="1E40AF"/>
                </a:solidFill>
              </a:defRPr>
            </a:pPr>
            <a:r>
              <a:t>886.964</a:t>
            </a:r>
          </a:p>
          <a:p>
            <a:pPr>
              <a:defRPr sz="1000">
                <a:solidFill>
                  <a:srgbClr val="4B5563"/>
                </a:solidFill>
              </a:defRPr>
            </a:pPr>
            <a:r>
              <a:t>Todesfälle im Datensatz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0" y="1508760"/>
            <a:ext cx="3840480" cy="1417320"/>
          </a:xfrm>
          <a:prstGeom prst="rect">
            <a:avLst/>
          </a:prstGeom>
          <a:solidFill>
            <a:srgbClr val="F8FAFC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200" b="1">
                <a:solidFill>
                  <a:srgbClr val="374151"/>
                </a:solidFill>
              </a:defRPr>
            </a:pPr>
            <a:r>
              <a:t>Größte Obergruppe</a:t>
            </a:r>
          </a:p>
          <a:p>
            <a:pPr>
              <a:defRPr sz="2400" b="1">
                <a:solidFill>
                  <a:srgbClr val="1E40AF"/>
                </a:solidFill>
              </a:defRPr>
            </a:pPr>
            <a:r>
              <a:t>315.098</a:t>
            </a:r>
          </a:p>
          <a:p>
            <a:pPr>
              <a:defRPr sz="1000">
                <a:solidFill>
                  <a:srgbClr val="4B5563"/>
                </a:solidFill>
              </a:defRPr>
            </a:pPr>
            <a:r>
              <a:t>Krankheiten des Kreislaufsystems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3520440"/>
            <a:ext cx="3840480" cy="1417320"/>
          </a:xfrm>
          <a:prstGeom prst="rect">
            <a:avLst/>
          </a:prstGeom>
          <a:solidFill>
            <a:srgbClr val="F8FAFC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200" b="1">
                <a:solidFill>
                  <a:srgbClr val="374151"/>
                </a:solidFill>
              </a:defRPr>
            </a:pPr>
            <a:r>
              <a:t>Neubildungen</a:t>
            </a:r>
          </a:p>
          <a:p>
            <a:pPr>
              <a:defRPr sz="2400" b="1">
                <a:solidFill>
                  <a:srgbClr val="1E40AF"/>
                </a:solidFill>
              </a:defRPr>
            </a:pPr>
            <a:r>
              <a:t>221.487</a:t>
            </a:r>
          </a:p>
          <a:p>
            <a:pPr>
              <a:defRPr sz="1000">
                <a:solidFill>
                  <a:srgbClr val="4B5563"/>
                </a:solidFill>
              </a:defRPr>
            </a:pPr>
            <a:r>
              <a:t>zweite zentrale Obergruppe</a:t>
            </a:r>
          </a:p>
        </p:txBody>
      </p:sp>
      <p:sp>
        <p:nvSpPr>
          <p:cNvPr id="9" name="Rectangle 8"/>
          <p:cNvSpPr/>
          <p:nvPr/>
        </p:nvSpPr>
        <p:spPr>
          <a:xfrm>
            <a:off x="4937760" y="3520440"/>
            <a:ext cx="3840480" cy="1417320"/>
          </a:xfrm>
          <a:prstGeom prst="rect">
            <a:avLst/>
          </a:prstGeom>
          <a:solidFill>
            <a:srgbClr val="F8FAFC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200" b="1">
                <a:solidFill>
                  <a:srgbClr val="374151"/>
                </a:solidFill>
              </a:defRPr>
            </a:pPr>
            <a:r>
              <a:t>85+</a:t>
            </a:r>
          </a:p>
          <a:p>
            <a:pPr>
              <a:defRPr sz="2400" b="1">
                <a:solidFill>
                  <a:srgbClr val="1E40AF"/>
                </a:solidFill>
              </a:defRPr>
            </a:pPr>
            <a:r>
              <a:t>1.646.061</a:t>
            </a:r>
          </a:p>
          <a:p>
            <a:pPr>
              <a:defRPr sz="1000">
                <a:solidFill>
                  <a:srgbClr val="4B5563"/>
                </a:solidFill>
              </a:defRPr>
            </a:pPr>
            <a:r>
              <a:t>Todesfälle in der höchsten Altersgruppe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03504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B5563"/>
                </a:solidFill>
              </a:defRPr>
            </a:pPr>
            <a:r>
              <a:t>Diese Folie ist als Executive Summary der neu ergänzten Diagramme gedacht.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7|14.4|26.3"/>
</p:tagLst>
</file>

<file path=ppt/theme/theme1.xml><?xml version="1.0" encoding="utf-8"?>
<a:theme xmlns:a="http://schemas.openxmlformats.org/drawingml/2006/main" name="Masterfolie_16_9neu">
  <a:themeElements>
    <a:clrScheme name="TH Köln Spektrum">
      <a:dk1>
        <a:srgbClr val="000000"/>
      </a:dk1>
      <a:lt1>
        <a:srgbClr val="FFFFFF"/>
      </a:lt1>
      <a:dk2>
        <a:srgbClr val="808080"/>
      </a:dk2>
      <a:lt2>
        <a:srgbClr val="BFBFBF"/>
      </a:lt2>
      <a:accent1>
        <a:srgbClr val="C00009"/>
      </a:accent1>
      <a:accent2>
        <a:srgbClr val="E24300"/>
      </a:accent2>
      <a:accent3>
        <a:srgbClr val="9D167A"/>
      </a:accent3>
      <a:accent4>
        <a:srgbClr val="00CC00"/>
      </a:accent4>
      <a:accent5>
        <a:srgbClr val="FFFF00"/>
      </a:accent5>
      <a:accent6>
        <a:srgbClr val="259EFF"/>
      </a:accent6>
      <a:hlink>
        <a:srgbClr val="005294"/>
      </a:hlink>
      <a:folHlink>
        <a:srgbClr val="6783B4"/>
      </a:folHlink>
    </a:clrScheme>
    <a:fontScheme name="Office Klassisch 2">
      <a:maj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6350">
          <a:solidFill>
            <a:schemeClr val="tx1"/>
          </a:solidFill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dk1"/>
        </a:lnRef>
        <a:fillRef idx="2">
          <a:schemeClr val="dk1"/>
        </a:fillRef>
        <a:effectRef idx="1">
          <a:schemeClr val="dk1"/>
        </a:effectRef>
        <a:fontRef idx="minor">
          <a:schemeClr val="dk1"/>
        </a:fontRef>
      </a:style>
    </a:spDef>
    <a:lnDef>
      <a:spPr>
        <a:ln w="12700">
          <a:solidFill>
            <a:schemeClr val="tx1"/>
          </a:solidFill>
          <a:tailEnd type="triangle" w="med" len="lg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2000" dirty="0" err="1" smtClean="0"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hk_ln_pptvorlage_16_9_Feb2016_V1.potx" id="{A576FD44-4E46-4723-9FCD-6DC9777E0436}" vid="{1A564047-D60B-4EFF-AAEA-89036AD4D3C0}"/>
    </a:ext>
  </a:extLst>
</a:theme>
</file>

<file path=ppt/theme/theme2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masterfolien_16_9 (1)</Template>
  <TotalTime>0</TotalTime>
  <Words>99</Words>
  <Application>Microsoft Macintosh PowerPoint</Application>
  <PresentationFormat>Breitbild</PresentationFormat>
  <Paragraphs>27</Paragraphs>
  <Slides>2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8" baseType="lpstr">
      <vt:lpstr>Arial</vt:lpstr>
      <vt:lpstr>Arial </vt:lpstr>
      <vt:lpstr>Calibri</vt:lpstr>
      <vt:lpstr>Symbol</vt:lpstr>
      <vt:lpstr>Wingdings</vt:lpstr>
      <vt:lpstr>Masterfolie_16_9neu</vt:lpstr>
      <vt:lpstr>Automatisierte datengetriebene Analyse der Renditeperformance basierend auf dem Peter- Lynch-Ansatz </vt:lpstr>
      <vt:lpstr>Motivation &amp; Forschungsfragen</vt:lpstr>
    </vt:vector>
  </TitlesOfParts>
  <Company>FH Köln Campus-IT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Masterfolie</dc:title>
  <dc:creator>Carsten Knaut</dc:creator>
  <cp:lastModifiedBy>Carlo Sebastian Beck (cbeck1)</cp:lastModifiedBy>
  <cp:revision>70</cp:revision>
  <cp:lastPrinted>2016-02-26T07:58:29Z</cp:lastPrinted>
  <dcterms:created xsi:type="dcterms:W3CDTF">2020-03-18T11:04:37Z</dcterms:created>
  <dcterms:modified xsi:type="dcterms:W3CDTF">2026-06-15T17:47:33Z</dcterms:modified>
</cp:coreProperties>
</file>